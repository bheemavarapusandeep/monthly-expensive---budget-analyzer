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E7D4B1-DF43-415A-82A3-F1E1DF0A6B1F}" v="9" dt="2026-10-15T16:52:26.4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eemavarapu Sandeep" userId="e726bd07d3e21583" providerId="LiveId" clId="{D1F704B6-C50A-4B02-97E1-02B0B3D270F9}"/>
    <pc:docChg chg="custSel addSld modSld sldOrd">
      <pc:chgData name="Bheemavarapu Sandeep" userId="e726bd07d3e21583" providerId="LiveId" clId="{D1F704B6-C50A-4B02-97E1-02B0B3D270F9}" dt="2026-10-15T16:56:01.250" v="285" actId="20577"/>
      <pc:docMkLst>
        <pc:docMk/>
      </pc:docMkLst>
      <pc:sldChg chg="addSp delSp modSp mod">
        <pc:chgData name="Bheemavarapu Sandeep" userId="e726bd07d3e21583" providerId="LiveId" clId="{D1F704B6-C50A-4B02-97E1-02B0B3D270F9}" dt="2026-10-15T16:17:37.234" v="18" actId="1076"/>
        <pc:sldMkLst>
          <pc:docMk/>
          <pc:sldMk cId="0" sldId="256"/>
        </pc:sldMkLst>
        <pc:spChg chg="mod">
          <ac:chgData name="Bheemavarapu Sandeep" userId="e726bd07d3e21583" providerId="LiveId" clId="{D1F704B6-C50A-4B02-97E1-02B0B3D270F9}" dt="2026-10-15T16:16:39.787" v="12" actId="14100"/>
          <ac:spMkLst>
            <pc:docMk/>
            <pc:sldMk cId="0" sldId="256"/>
            <ac:spMk id="2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15:44.168" v="1" actId="21"/>
          <ac:spMkLst>
            <pc:docMk/>
            <pc:sldMk cId="0" sldId="256"/>
            <ac:spMk id="3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16:01.513" v="6" actId="21"/>
          <ac:spMkLst>
            <pc:docMk/>
            <pc:sldMk cId="0" sldId="256"/>
            <ac:spMk id="4" creationId="{00000000-0000-0000-0000-000000000000}"/>
          </ac:spMkLst>
        </pc:spChg>
        <pc:spChg chg="del mod">
          <ac:chgData name="Bheemavarapu Sandeep" userId="e726bd07d3e21583" providerId="LiveId" clId="{D1F704B6-C50A-4B02-97E1-02B0B3D270F9}" dt="2026-10-15T16:15:59.404" v="5" actId="21"/>
          <ac:spMkLst>
            <pc:docMk/>
            <pc:sldMk cId="0" sldId="256"/>
            <ac:spMk id="5" creationId="{00000000-0000-0000-0000-000000000000}"/>
          </ac:spMkLst>
        </pc:spChg>
        <pc:spChg chg="mod">
          <ac:chgData name="Bheemavarapu Sandeep" userId="e726bd07d3e21583" providerId="LiveId" clId="{D1F704B6-C50A-4B02-97E1-02B0B3D270F9}" dt="2026-10-15T16:16:09.417" v="9" actId="1076"/>
          <ac:spMkLst>
            <pc:docMk/>
            <pc:sldMk cId="0" sldId="256"/>
            <ac:spMk id="6" creationId="{00000000-0000-0000-0000-000000000000}"/>
          </ac:spMkLst>
        </pc:spChg>
        <pc:spChg chg="add mod">
          <ac:chgData name="Bheemavarapu Sandeep" userId="e726bd07d3e21583" providerId="LiveId" clId="{D1F704B6-C50A-4B02-97E1-02B0B3D270F9}" dt="2026-10-15T16:17:13.409" v="15" actId="207"/>
          <ac:spMkLst>
            <pc:docMk/>
            <pc:sldMk cId="0" sldId="256"/>
            <ac:spMk id="11" creationId="{3D8C9460-5E92-F7AE-5035-0010C20477D8}"/>
          </ac:spMkLst>
        </pc:spChg>
        <pc:graphicFrameChg chg="add mod modGraphic">
          <ac:chgData name="Bheemavarapu Sandeep" userId="e726bd07d3e21583" providerId="LiveId" clId="{D1F704B6-C50A-4B02-97E1-02B0B3D270F9}" dt="2026-10-15T16:17:19.900" v="16" actId="20577"/>
          <ac:graphicFrameMkLst>
            <pc:docMk/>
            <pc:sldMk cId="0" sldId="256"/>
            <ac:graphicFrameMk id="9" creationId="{4B7F8657-B469-DA60-A1AE-F2376AE73081}"/>
          </ac:graphicFrameMkLst>
        </pc:graphicFrameChg>
        <pc:picChg chg="mod">
          <ac:chgData name="Bheemavarapu Sandeep" userId="e726bd07d3e21583" providerId="LiveId" clId="{D1F704B6-C50A-4B02-97E1-02B0B3D270F9}" dt="2026-10-15T16:16:06.493" v="8" actId="1076"/>
          <ac:picMkLst>
            <pc:docMk/>
            <pc:sldMk cId="0" sldId="256"/>
            <ac:picMk id="7" creationId="{00000000-0000-0000-0000-000000000000}"/>
          </ac:picMkLst>
        </pc:picChg>
        <pc:picChg chg="add mod">
          <ac:chgData name="Bheemavarapu Sandeep" userId="e726bd07d3e21583" providerId="LiveId" clId="{D1F704B6-C50A-4B02-97E1-02B0B3D270F9}" dt="2026-10-15T16:17:37.234" v="18" actId="1076"/>
          <ac:picMkLst>
            <pc:docMk/>
            <pc:sldMk cId="0" sldId="256"/>
            <ac:picMk id="13" creationId="{C0A3285F-2887-6B79-B462-E6EC6389A943}"/>
          </ac:picMkLst>
        </pc:picChg>
      </pc:sldChg>
      <pc:sldChg chg="addSp mod">
        <pc:chgData name="Bheemavarapu Sandeep" userId="e726bd07d3e21583" providerId="LiveId" clId="{D1F704B6-C50A-4B02-97E1-02B0B3D270F9}" dt="2026-10-15T16:17:41.777" v="19" actId="22"/>
        <pc:sldMkLst>
          <pc:docMk/>
          <pc:sldMk cId="0" sldId="257"/>
        </pc:sldMkLst>
        <pc:picChg chg="add">
          <ac:chgData name="Bheemavarapu Sandeep" userId="e726bd07d3e21583" providerId="LiveId" clId="{D1F704B6-C50A-4B02-97E1-02B0B3D270F9}" dt="2026-10-15T16:17:41.777" v="19" actId="22"/>
          <ac:picMkLst>
            <pc:docMk/>
            <pc:sldMk cId="0" sldId="257"/>
            <ac:picMk id="15" creationId="{B7E0C997-E01E-5D67-A098-DC97ADC06403}"/>
          </ac:picMkLst>
        </pc:picChg>
      </pc:sldChg>
      <pc:sldChg chg="addSp delSp modSp mod">
        <pc:chgData name="Bheemavarapu Sandeep" userId="e726bd07d3e21583" providerId="LiveId" clId="{D1F704B6-C50A-4B02-97E1-02B0B3D270F9}" dt="2026-10-15T16:53:18.806" v="183" actId="21"/>
        <pc:sldMkLst>
          <pc:docMk/>
          <pc:sldMk cId="0" sldId="258"/>
        </pc:sldMkLst>
        <pc:spChg chg="mod">
          <ac:chgData name="Bheemavarapu Sandeep" userId="e726bd07d3e21583" providerId="LiveId" clId="{D1F704B6-C50A-4B02-97E1-02B0B3D270F9}" dt="2026-10-15T16:53:09.712" v="180" actId="21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Bheemavarapu Sandeep" userId="e726bd07d3e21583" providerId="LiveId" clId="{D1F704B6-C50A-4B02-97E1-02B0B3D270F9}" dt="2026-10-15T16:53:13.951" v="182" actId="21"/>
          <ac:spMkLst>
            <pc:docMk/>
            <pc:sldMk cId="0" sldId="258"/>
            <ac:spMk id="5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2:00.833" v="172" actId="21"/>
          <ac:spMkLst>
            <pc:docMk/>
            <pc:sldMk cId="0" sldId="258"/>
            <ac:spMk id="6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2:00.833" v="172" actId="21"/>
          <ac:spMkLst>
            <pc:docMk/>
            <pc:sldMk cId="0" sldId="258"/>
            <ac:spMk id="7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2:00.833" v="172" actId="21"/>
          <ac:spMkLst>
            <pc:docMk/>
            <pc:sldMk cId="0" sldId="258"/>
            <ac:spMk id="8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2:00.833" v="172" actId="21"/>
          <ac:spMkLst>
            <pc:docMk/>
            <pc:sldMk cId="0" sldId="258"/>
            <ac:spMk id="9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2:00.833" v="172" actId="21"/>
          <ac:spMkLst>
            <pc:docMk/>
            <pc:sldMk cId="0" sldId="258"/>
            <ac:spMk id="10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2:00.833" v="172" actId="21"/>
          <ac:spMkLst>
            <pc:docMk/>
            <pc:sldMk cId="0" sldId="258"/>
            <ac:spMk id="11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2:00.833" v="172" actId="21"/>
          <ac:spMkLst>
            <pc:docMk/>
            <pc:sldMk cId="0" sldId="258"/>
            <ac:spMk id="12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2:00.833" v="172" actId="21"/>
          <ac:spMkLst>
            <pc:docMk/>
            <pc:sldMk cId="0" sldId="258"/>
            <ac:spMk id="13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2:00.833" v="172" actId="21"/>
          <ac:spMkLst>
            <pc:docMk/>
            <pc:sldMk cId="0" sldId="258"/>
            <ac:spMk id="14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2:00.833" v="172" actId="21"/>
          <ac:spMkLst>
            <pc:docMk/>
            <pc:sldMk cId="0" sldId="258"/>
            <ac:spMk id="15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3:18.806" v="183" actId="21"/>
          <ac:spMkLst>
            <pc:docMk/>
            <pc:sldMk cId="0" sldId="258"/>
            <ac:spMk id="17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3:18.806" v="183" actId="21"/>
          <ac:spMkLst>
            <pc:docMk/>
            <pc:sldMk cId="0" sldId="258"/>
            <ac:spMk id="18" creationId="{00000000-0000-0000-0000-000000000000}"/>
          </ac:spMkLst>
        </pc:spChg>
        <pc:spChg chg="add del">
          <ac:chgData name="Bheemavarapu Sandeep" userId="e726bd07d3e21583" providerId="LiveId" clId="{D1F704B6-C50A-4B02-97E1-02B0B3D270F9}" dt="2026-10-15T16:52:14.846" v="175" actId="21"/>
          <ac:spMkLst>
            <pc:docMk/>
            <pc:sldMk cId="0" sldId="258"/>
            <ac:spMk id="21" creationId="{13310A3B-7FFD-B48A-0697-627EAEFEDB42}"/>
          </ac:spMkLst>
        </pc:spChg>
        <pc:spChg chg="add del">
          <ac:chgData name="Bheemavarapu Sandeep" userId="e726bd07d3e21583" providerId="LiveId" clId="{D1F704B6-C50A-4B02-97E1-02B0B3D270F9}" dt="2026-10-15T16:52:14.846" v="175" actId="21"/>
          <ac:spMkLst>
            <pc:docMk/>
            <pc:sldMk cId="0" sldId="258"/>
            <ac:spMk id="23" creationId="{8A6C3646-6E21-7971-7E8E-B9CEF833A695}"/>
          </ac:spMkLst>
        </pc:spChg>
        <pc:spChg chg="del">
          <ac:chgData name="Bheemavarapu Sandeep" userId="e726bd07d3e21583" providerId="LiveId" clId="{D1F704B6-C50A-4B02-97E1-02B0B3D270F9}" dt="2026-10-15T16:53:18.806" v="183" actId="21"/>
          <ac:spMkLst>
            <pc:docMk/>
            <pc:sldMk cId="0" sldId="258"/>
            <ac:spMk id="25" creationId="{00000000-0000-0000-0000-000000000000}"/>
          </ac:spMkLst>
        </pc:spChg>
        <pc:spChg chg="add del">
          <ac:chgData name="Bheemavarapu Sandeep" userId="e726bd07d3e21583" providerId="LiveId" clId="{D1F704B6-C50A-4B02-97E1-02B0B3D270F9}" dt="2026-10-15T16:52:07.970" v="174" actId="21"/>
          <ac:spMkLst>
            <pc:docMk/>
            <pc:sldMk cId="0" sldId="258"/>
            <ac:spMk id="26" creationId="{47C9C709-4E78-8916-685D-08A9B0F2967A}"/>
          </ac:spMkLst>
        </pc:spChg>
        <pc:spChg chg="add del">
          <ac:chgData name="Bheemavarapu Sandeep" userId="e726bd07d3e21583" providerId="LiveId" clId="{D1F704B6-C50A-4B02-97E1-02B0B3D270F9}" dt="2026-10-15T16:52:07.970" v="174" actId="21"/>
          <ac:spMkLst>
            <pc:docMk/>
            <pc:sldMk cId="0" sldId="258"/>
            <ac:spMk id="28" creationId="{95B0A282-60C8-0726-61EC-756E6E960BFA}"/>
          </ac:spMkLst>
        </pc:spChg>
        <pc:spChg chg="add del">
          <ac:chgData name="Bheemavarapu Sandeep" userId="e726bd07d3e21583" providerId="LiveId" clId="{D1F704B6-C50A-4B02-97E1-02B0B3D270F9}" dt="2026-10-15T16:52:07.970" v="174" actId="21"/>
          <ac:spMkLst>
            <pc:docMk/>
            <pc:sldMk cId="0" sldId="258"/>
            <ac:spMk id="30" creationId="{200AAB2C-A92D-72FF-383E-82973E05CF22}"/>
          </ac:spMkLst>
        </pc:spChg>
        <pc:spChg chg="add del">
          <ac:chgData name="Bheemavarapu Sandeep" userId="e726bd07d3e21583" providerId="LiveId" clId="{D1F704B6-C50A-4B02-97E1-02B0B3D270F9}" dt="2026-10-15T16:52:07.970" v="174" actId="21"/>
          <ac:spMkLst>
            <pc:docMk/>
            <pc:sldMk cId="0" sldId="258"/>
            <ac:spMk id="32" creationId="{409949F7-512B-7F27-4AA2-CF450CB5761D}"/>
          </ac:spMkLst>
        </pc:spChg>
        <pc:spChg chg="add del">
          <ac:chgData name="Bheemavarapu Sandeep" userId="e726bd07d3e21583" providerId="LiveId" clId="{D1F704B6-C50A-4B02-97E1-02B0B3D270F9}" dt="2026-10-15T16:52:07.970" v="174" actId="21"/>
          <ac:spMkLst>
            <pc:docMk/>
            <pc:sldMk cId="0" sldId="258"/>
            <ac:spMk id="34" creationId="{719FA4CF-BF29-BAF1-E6BB-4652A12BBB1A}"/>
          </ac:spMkLst>
        </pc:spChg>
        <pc:spChg chg="add del">
          <ac:chgData name="Bheemavarapu Sandeep" userId="e726bd07d3e21583" providerId="LiveId" clId="{D1F704B6-C50A-4B02-97E1-02B0B3D270F9}" dt="2026-10-15T16:52:07.970" v="174" actId="21"/>
          <ac:spMkLst>
            <pc:docMk/>
            <pc:sldMk cId="0" sldId="258"/>
            <ac:spMk id="36" creationId="{10C49E68-3AE2-1258-E29C-5ABEC1947F24}"/>
          </ac:spMkLst>
        </pc:spChg>
        <pc:spChg chg="add del">
          <ac:chgData name="Bheemavarapu Sandeep" userId="e726bd07d3e21583" providerId="LiveId" clId="{D1F704B6-C50A-4B02-97E1-02B0B3D270F9}" dt="2026-10-15T16:52:07.970" v="174" actId="21"/>
          <ac:spMkLst>
            <pc:docMk/>
            <pc:sldMk cId="0" sldId="258"/>
            <ac:spMk id="38" creationId="{AD3FE9EE-FCA6-A1C1-EB08-B6E68E5E984E}"/>
          </ac:spMkLst>
        </pc:spChg>
        <pc:spChg chg="add del">
          <ac:chgData name="Bheemavarapu Sandeep" userId="e726bd07d3e21583" providerId="LiveId" clId="{D1F704B6-C50A-4B02-97E1-02B0B3D270F9}" dt="2026-10-15T16:52:07.970" v="174" actId="21"/>
          <ac:spMkLst>
            <pc:docMk/>
            <pc:sldMk cId="0" sldId="258"/>
            <ac:spMk id="40" creationId="{989F126C-D844-D8F0-062F-DB4DB17DB71C}"/>
          </ac:spMkLst>
        </pc:spChg>
        <pc:spChg chg="add del mod">
          <ac:chgData name="Bheemavarapu Sandeep" userId="e726bd07d3e21583" providerId="LiveId" clId="{D1F704B6-C50A-4B02-97E1-02B0B3D270F9}" dt="2026-10-15T16:53:02.608" v="178" actId="21"/>
          <ac:spMkLst>
            <pc:docMk/>
            <pc:sldMk cId="0" sldId="258"/>
            <ac:spMk id="41" creationId="{F1181149-9693-D63F-487A-E111D4848787}"/>
          </ac:spMkLst>
        </pc:spChg>
        <pc:spChg chg="del">
          <ac:chgData name="Bheemavarapu Sandeep" userId="e726bd07d3e21583" providerId="LiveId" clId="{D1F704B6-C50A-4B02-97E1-02B0B3D270F9}" dt="2026-10-15T16:53:18.806" v="183" actId="21"/>
          <ac:spMkLst>
            <pc:docMk/>
            <pc:sldMk cId="0" sldId="258"/>
            <ac:spMk id="43" creationId="{C9913BE7-F97D-C5FE-2F87-757BAF686FB2}"/>
          </ac:spMkLst>
        </pc:spChg>
        <pc:spChg chg="add del mod">
          <ac:chgData name="Bheemavarapu Sandeep" userId="e726bd07d3e21583" providerId="LiveId" clId="{D1F704B6-C50A-4B02-97E1-02B0B3D270F9}" dt="2026-10-15T16:53:18.806" v="183" actId="21"/>
          <ac:spMkLst>
            <pc:docMk/>
            <pc:sldMk cId="0" sldId="258"/>
            <ac:spMk id="44" creationId="{F9A03E7F-BDA6-75CB-0073-DA21373998B5}"/>
          </ac:spMkLst>
        </pc:spChg>
        <pc:spChg chg="add mod">
          <ac:chgData name="Bheemavarapu Sandeep" userId="e726bd07d3e21583" providerId="LiveId" clId="{D1F704B6-C50A-4B02-97E1-02B0B3D270F9}" dt="2026-10-15T16:52:26.495" v="176"/>
          <ac:spMkLst>
            <pc:docMk/>
            <pc:sldMk cId="0" sldId="258"/>
            <ac:spMk id="45" creationId="{0C127041-AB79-45E7-CB9F-C47D1206A68E}"/>
          </ac:spMkLst>
        </pc:spChg>
        <pc:spChg chg="add mod">
          <ac:chgData name="Bheemavarapu Sandeep" userId="e726bd07d3e21583" providerId="LiveId" clId="{D1F704B6-C50A-4B02-97E1-02B0B3D270F9}" dt="2026-10-15T16:52:26.495" v="176"/>
          <ac:spMkLst>
            <pc:docMk/>
            <pc:sldMk cId="0" sldId="258"/>
            <ac:spMk id="46" creationId="{93D31F5A-4A1E-6CA3-D378-4DF1BDEB0BE1}"/>
          </ac:spMkLst>
        </pc:spChg>
        <pc:spChg chg="add del mod">
          <ac:chgData name="Bheemavarapu Sandeep" userId="e726bd07d3e21583" providerId="LiveId" clId="{D1F704B6-C50A-4B02-97E1-02B0B3D270F9}" dt="2026-10-15T16:53:00.902" v="177" actId="21"/>
          <ac:spMkLst>
            <pc:docMk/>
            <pc:sldMk cId="0" sldId="258"/>
            <ac:spMk id="47" creationId="{8865C9EF-115B-65C5-5C39-8271E089B9BE}"/>
          </ac:spMkLst>
        </pc:spChg>
        <pc:spChg chg="add mod">
          <ac:chgData name="Bheemavarapu Sandeep" userId="e726bd07d3e21583" providerId="LiveId" clId="{D1F704B6-C50A-4B02-97E1-02B0B3D270F9}" dt="2026-10-15T16:52:26.495" v="176"/>
          <ac:spMkLst>
            <pc:docMk/>
            <pc:sldMk cId="0" sldId="258"/>
            <ac:spMk id="48" creationId="{D53B2204-CD26-4B7B-A694-AB0E2D5A27D1}"/>
          </ac:spMkLst>
        </pc:spChg>
        <pc:spChg chg="del">
          <ac:chgData name="Bheemavarapu Sandeep" userId="e726bd07d3e21583" providerId="LiveId" clId="{D1F704B6-C50A-4B02-97E1-02B0B3D270F9}" dt="2026-10-15T16:53:18.806" v="183" actId="21"/>
          <ac:spMkLst>
            <pc:docMk/>
            <pc:sldMk cId="0" sldId="258"/>
            <ac:spMk id="50" creationId="{9BA85F6B-155E-6525-FFE5-6CB36170C2EC}"/>
          </ac:spMkLst>
        </pc:spChg>
        <pc:spChg chg="add del mod">
          <ac:chgData name="Bheemavarapu Sandeep" userId="e726bd07d3e21583" providerId="LiveId" clId="{D1F704B6-C50A-4B02-97E1-02B0B3D270F9}" dt="2026-10-15T16:53:18.806" v="183" actId="21"/>
          <ac:spMkLst>
            <pc:docMk/>
            <pc:sldMk cId="0" sldId="258"/>
            <ac:spMk id="53" creationId="{F7DB571A-25A9-261E-863F-FEC9DE6C0E1B}"/>
          </ac:spMkLst>
        </pc:spChg>
        <pc:spChg chg="del">
          <ac:chgData name="Bheemavarapu Sandeep" userId="e726bd07d3e21583" providerId="LiveId" clId="{D1F704B6-C50A-4B02-97E1-02B0B3D270F9}" dt="2026-10-15T16:53:18.806" v="183" actId="21"/>
          <ac:spMkLst>
            <pc:docMk/>
            <pc:sldMk cId="0" sldId="258"/>
            <ac:spMk id="54" creationId="{1392A472-FD31-A684-D0BB-777158747232}"/>
          </ac:spMkLst>
        </pc:spChg>
        <pc:spChg chg="add del mod">
          <ac:chgData name="Bheemavarapu Sandeep" userId="e726bd07d3e21583" providerId="LiveId" clId="{D1F704B6-C50A-4B02-97E1-02B0B3D270F9}" dt="2026-10-15T16:53:18.806" v="183" actId="21"/>
          <ac:spMkLst>
            <pc:docMk/>
            <pc:sldMk cId="0" sldId="258"/>
            <ac:spMk id="55" creationId="{26774A4F-100A-78ED-4ED3-B1E3AB6C1386}"/>
          </ac:spMkLst>
        </pc:spChg>
        <pc:spChg chg="add mod">
          <ac:chgData name="Bheemavarapu Sandeep" userId="e726bd07d3e21583" providerId="LiveId" clId="{D1F704B6-C50A-4B02-97E1-02B0B3D270F9}" dt="2026-10-15T16:52:26.495" v="176"/>
          <ac:spMkLst>
            <pc:docMk/>
            <pc:sldMk cId="0" sldId="258"/>
            <ac:spMk id="56" creationId="{2557B0B5-7796-3734-5222-8C09C124FE21}"/>
          </ac:spMkLst>
        </pc:spChg>
        <pc:spChg chg="add del mod">
          <ac:chgData name="Bheemavarapu Sandeep" userId="e726bd07d3e21583" providerId="LiveId" clId="{D1F704B6-C50A-4B02-97E1-02B0B3D270F9}" dt="2026-10-15T16:53:18.806" v="183" actId="21"/>
          <ac:spMkLst>
            <pc:docMk/>
            <pc:sldMk cId="0" sldId="258"/>
            <ac:spMk id="58" creationId="{73AF1CB2-468E-72BD-1521-B8A9A4FF2270}"/>
          </ac:spMkLst>
        </pc:spChg>
        <pc:picChg chg="add mod">
          <ac:chgData name="Bheemavarapu Sandeep" userId="e726bd07d3e21583" providerId="LiveId" clId="{D1F704B6-C50A-4B02-97E1-02B0B3D270F9}" dt="2026-10-15T16:53:05.605" v="179" actId="1076"/>
          <ac:picMkLst>
            <pc:docMk/>
            <pc:sldMk cId="0" sldId="258"/>
            <ac:picMk id="20" creationId="{4B442E15-E019-EB1E-3F15-96CED5895D06}"/>
          </ac:picMkLst>
        </pc:picChg>
      </pc:sldChg>
      <pc:sldChg chg="addSp delSp modSp mod">
        <pc:chgData name="Bheemavarapu Sandeep" userId="e726bd07d3e21583" providerId="LiveId" clId="{D1F704B6-C50A-4B02-97E1-02B0B3D270F9}" dt="2026-10-15T16:53:41.614" v="194" actId="21"/>
        <pc:sldMkLst>
          <pc:docMk/>
          <pc:sldMk cId="0" sldId="259"/>
        </pc:sldMkLst>
        <pc:spChg chg="del mod">
          <ac:chgData name="Bheemavarapu Sandeep" userId="e726bd07d3e21583" providerId="LiveId" clId="{D1F704B6-C50A-4B02-97E1-02B0B3D270F9}" dt="2026-10-15T16:53:24.196" v="185" actId="21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Bheemavarapu Sandeep" userId="e726bd07d3e21583" providerId="LiveId" clId="{D1F704B6-C50A-4B02-97E1-02B0B3D270F9}" dt="2026-10-15T16:48:56.186" v="117" actId="21"/>
          <ac:spMkLst>
            <pc:docMk/>
            <pc:sldMk cId="0" sldId="259"/>
            <ac:spMk id="5" creationId="{00000000-0000-0000-0000-000000000000}"/>
          </ac:spMkLst>
        </pc:spChg>
        <pc:spChg chg="mod">
          <ac:chgData name="Bheemavarapu Sandeep" userId="e726bd07d3e21583" providerId="LiveId" clId="{D1F704B6-C50A-4B02-97E1-02B0B3D270F9}" dt="2026-10-15T16:51:14.036" v="168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Bheemavarapu Sandeep" userId="e726bd07d3e21583" providerId="LiveId" clId="{D1F704B6-C50A-4B02-97E1-02B0B3D270F9}" dt="2026-10-15T16:53:27.267" v="186" actId="1076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Bheemavarapu Sandeep" userId="e726bd07d3e21583" providerId="LiveId" clId="{D1F704B6-C50A-4B02-97E1-02B0B3D270F9}" dt="2026-10-15T16:53:29.606" v="188" actId="21"/>
          <ac:spMkLst>
            <pc:docMk/>
            <pc:sldMk cId="0" sldId="259"/>
            <ac:spMk id="8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47:58.787" v="106" actId="21"/>
          <ac:spMkLst>
            <pc:docMk/>
            <pc:sldMk cId="0" sldId="259"/>
            <ac:spMk id="9" creationId="{00000000-0000-0000-0000-000000000000}"/>
          </ac:spMkLst>
        </pc:spChg>
        <pc:spChg chg="add mod">
          <ac:chgData name="Bheemavarapu Sandeep" userId="e726bd07d3e21583" providerId="LiveId" clId="{D1F704B6-C50A-4B02-97E1-02B0B3D270F9}" dt="2026-10-15T16:53:24.196" v="185" actId="21"/>
          <ac:spMkLst>
            <pc:docMk/>
            <pc:sldMk cId="0" sldId="259"/>
            <ac:spMk id="9" creationId="{96ECC9DC-2EEE-1D30-68F8-B2CDC32090A5}"/>
          </ac:spMkLst>
        </pc:spChg>
        <pc:spChg chg="del">
          <ac:chgData name="Bheemavarapu Sandeep" userId="e726bd07d3e21583" providerId="LiveId" clId="{D1F704B6-C50A-4B02-97E1-02B0B3D270F9}" dt="2026-10-15T16:53:35.012" v="191" actId="21"/>
          <ac:spMkLst>
            <pc:docMk/>
            <pc:sldMk cId="0" sldId="259"/>
            <ac:spMk id="10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3:31.200" v="189" actId="21"/>
          <ac:spMkLst>
            <pc:docMk/>
            <pc:sldMk cId="0" sldId="259"/>
            <ac:spMk id="11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3:37.368" v="192" actId="21"/>
          <ac:spMkLst>
            <pc:docMk/>
            <pc:sldMk cId="0" sldId="259"/>
            <ac:spMk id="12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3:33.304" v="190" actId="21"/>
          <ac:spMkLst>
            <pc:docMk/>
            <pc:sldMk cId="0" sldId="259"/>
            <ac:spMk id="13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3:41.614" v="194" actId="21"/>
          <ac:spMkLst>
            <pc:docMk/>
            <pc:sldMk cId="0" sldId="259"/>
            <ac:spMk id="14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3:39.100" v="193" actId="21"/>
          <ac:spMkLst>
            <pc:docMk/>
            <pc:sldMk cId="0" sldId="259"/>
            <ac:spMk id="15" creationId="{00000000-0000-0000-0000-000000000000}"/>
          </ac:spMkLst>
        </pc:spChg>
        <pc:spChg chg="del mod">
          <ac:chgData name="Bheemavarapu Sandeep" userId="e726bd07d3e21583" providerId="LiveId" clId="{D1F704B6-C50A-4B02-97E1-02B0B3D270F9}" dt="2026-10-15T16:51:21.748" v="171" actId="21"/>
          <ac:spMkLst>
            <pc:docMk/>
            <pc:sldMk cId="0" sldId="259"/>
            <ac:spMk id="17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1:19.053" v="169" actId="21"/>
          <ac:spMkLst>
            <pc:docMk/>
            <pc:sldMk cId="0" sldId="259"/>
            <ac:spMk id="18" creationId="{00000000-0000-0000-0000-000000000000}"/>
          </ac:spMkLst>
        </pc:spChg>
        <pc:picChg chg="add">
          <ac:chgData name="Bheemavarapu Sandeep" userId="e726bd07d3e21583" providerId="LiveId" clId="{D1F704B6-C50A-4B02-97E1-02B0B3D270F9}" dt="2026-10-15T16:17:50.385" v="22" actId="22"/>
          <ac:picMkLst>
            <pc:docMk/>
            <pc:sldMk cId="0" sldId="259"/>
            <ac:picMk id="20" creationId="{61E7FE36-2527-7110-BD2B-A8BA5241B3FE}"/>
          </ac:picMkLst>
        </pc:picChg>
      </pc:sldChg>
      <pc:sldChg chg="addSp delSp modSp mod">
        <pc:chgData name="Bheemavarapu Sandeep" userId="e726bd07d3e21583" providerId="LiveId" clId="{D1F704B6-C50A-4B02-97E1-02B0B3D270F9}" dt="2026-10-15T16:55:05.053" v="197" actId="21"/>
        <pc:sldMkLst>
          <pc:docMk/>
          <pc:sldMk cId="0" sldId="260"/>
        </pc:sldMkLst>
        <pc:spChg chg="mod">
          <ac:chgData name="Bheemavarapu Sandeep" userId="e726bd07d3e21583" providerId="LiveId" clId="{D1F704B6-C50A-4B02-97E1-02B0B3D270F9}" dt="2026-10-15T16:55:01.232" v="196" actId="21"/>
          <ac:spMkLst>
            <pc:docMk/>
            <pc:sldMk cId="0" sldId="260"/>
            <ac:spMk id="2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05.053" v="197" actId="21"/>
          <ac:spMkLst>
            <pc:docMk/>
            <pc:sldMk cId="0" sldId="260"/>
            <ac:spMk id="6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05.053" v="197" actId="21"/>
          <ac:spMkLst>
            <pc:docMk/>
            <pc:sldMk cId="0" sldId="260"/>
            <ac:spMk id="7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05.053" v="197" actId="21"/>
          <ac:spMkLst>
            <pc:docMk/>
            <pc:sldMk cId="0" sldId="260"/>
            <ac:spMk id="8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05.053" v="197" actId="21"/>
          <ac:spMkLst>
            <pc:docMk/>
            <pc:sldMk cId="0" sldId="260"/>
            <ac:spMk id="9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05.053" v="197" actId="21"/>
          <ac:spMkLst>
            <pc:docMk/>
            <pc:sldMk cId="0" sldId="260"/>
            <ac:spMk id="12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05.053" v="197" actId="21"/>
          <ac:spMkLst>
            <pc:docMk/>
            <pc:sldMk cId="0" sldId="260"/>
            <ac:spMk id="13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05.053" v="197" actId="21"/>
          <ac:spMkLst>
            <pc:docMk/>
            <pc:sldMk cId="0" sldId="260"/>
            <ac:spMk id="14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05.053" v="197" actId="21"/>
          <ac:spMkLst>
            <pc:docMk/>
            <pc:sldMk cId="0" sldId="260"/>
            <ac:spMk id="17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05.053" v="197" actId="21"/>
          <ac:spMkLst>
            <pc:docMk/>
            <pc:sldMk cId="0" sldId="260"/>
            <ac:spMk id="19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05.053" v="197" actId="21"/>
          <ac:spMkLst>
            <pc:docMk/>
            <pc:sldMk cId="0" sldId="260"/>
            <ac:spMk id="20" creationId="{00000000-0000-0000-0000-000000000000}"/>
          </ac:spMkLst>
        </pc:spChg>
        <pc:picChg chg="add mod">
          <ac:chgData name="Bheemavarapu Sandeep" userId="e726bd07d3e21583" providerId="LiveId" clId="{D1F704B6-C50A-4B02-97E1-02B0B3D270F9}" dt="2026-10-15T16:54:50.848" v="195" actId="1076"/>
          <ac:picMkLst>
            <pc:docMk/>
            <pc:sldMk cId="0" sldId="260"/>
            <ac:picMk id="22" creationId="{A7C884A0-4829-FE27-9CC0-5F03E89BDF20}"/>
          </ac:picMkLst>
        </pc:picChg>
      </pc:sldChg>
      <pc:sldChg chg="addSp delSp modSp mod">
        <pc:chgData name="Bheemavarapu Sandeep" userId="e726bd07d3e21583" providerId="LiveId" clId="{D1F704B6-C50A-4B02-97E1-02B0B3D270F9}" dt="2026-10-15T16:55:43.937" v="225" actId="20577"/>
        <pc:sldMkLst>
          <pc:docMk/>
          <pc:sldMk cId="0" sldId="261"/>
        </pc:sldMkLst>
        <pc:spChg chg="mod">
          <ac:chgData name="Bheemavarapu Sandeep" userId="e726bd07d3e21583" providerId="LiveId" clId="{D1F704B6-C50A-4B02-97E1-02B0B3D270F9}" dt="2026-10-15T16:55:43.937" v="225" actId="20577"/>
          <ac:spMkLst>
            <pc:docMk/>
            <pc:sldMk cId="0" sldId="261"/>
            <ac:spMk id="2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15.203" v="198" actId="21"/>
          <ac:spMkLst>
            <pc:docMk/>
            <pc:sldMk cId="0" sldId="261"/>
            <ac:spMk id="6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15.203" v="198" actId="21"/>
          <ac:spMkLst>
            <pc:docMk/>
            <pc:sldMk cId="0" sldId="261"/>
            <ac:spMk id="7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15.203" v="198" actId="21"/>
          <ac:spMkLst>
            <pc:docMk/>
            <pc:sldMk cId="0" sldId="261"/>
            <ac:spMk id="9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15.203" v="198" actId="21"/>
          <ac:spMkLst>
            <pc:docMk/>
            <pc:sldMk cId="0" sldId="261"/>
            <ac:spMk id="10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15.203" v="198" actId="21"/>
          <ac:spMkLst>
            <pc:docMk/>
            <pc:sldMk cId="0" sldId="261"/>
            <ac:spMk id="11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15.203" v="198" actId="21"/>
          <ac:spMkLst>
            <pc:docMk/>
            <pc:sldMk cId="0" sldId="261"/>
            <ac:spMk id="13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15.203" v="198" actId="21"/>
          <ac:spMkLst>
            <pc:docMk/>
            <pc:sldMk cId="0" sldId="261"/>
            <ac:spMk id="15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15.203" v="198" actId="21"/>
          <ac:spMkLst>
            <pc:docMk/>
            <pc:sldMk cId="0" sldId="261"/>
            <ac:spMk id="16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15.203" v="198" actId="21"/>
          <ac:spMkLst>
            <pc:docMk/>
            <pc:sldMk cId="0" sldId="261"/>
            <ac:spMk id="17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15.203" v="198" actId="21"/>
          <ac:spMkLst>
            <pc:docMk/>
            <pc:sldMk cId="0" sldId="261"/>
            <ac:spMk id="25" creationId="{00000000-0000-0000-0000-000000000000}"/>
          </ac:spMkLst>
        </pc:spChg>
        <pc:picChg chg="add">
          <ac:chgData name="Bheemavarapu Sandeep" userId="e726bd07d3e21583" providerId="LiveId" clId="{D1F704B6-C50A-4B02-97E1-02B0B3D270F9}" dt="2026-10-15T16:17:55.151" v="24" actId="22"/>
          <ac:picMkLst>
            <pc:docMk/>
            <pc:sldMk cId="0" sldId="261"/>
            <ac:picMk id="20" creationId="{B5C362A8-B266-2B09-284B-E0F76D952CA6}"/>
          </ac:picMkLst>
        </pc:picChg>
      </pc:sldChg>
      <pc:sldChg chg="addSp delSp modSp mod">
        <pc:chgData name="Bheemavarapu Sandeep" userId="e726bd07d3e21583" providerId="LiveId" clId="{D1F704B6-C50A-4B02-97E1-02B0B3D270F9}" dt="2026-10-15T16:55:52.089" v="251" actId="20577"/>
        <pc:sldMkLst>
          <pc:docMk/>
          <pc:sldMk cId="0" sldId="262"/>
        </pc:sldMkLst>
        <pc:spChg chg="mod">
          <ac:chgData name="Bheemavarapu Sandeep" userId="e726bd07d3e21583" providerId="LiveId" clId="{D1F704B6-C50A-4B02-97E1-02B0B3D270F9}" dt="2026-10-15T16:55:52.089" v="251" actId="20577"/>
          <ac:spMkLst>
            <pc:docMk/>
            <pc:sldMk cId="0" sldId="262"/>
            <ac:spMk id="2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22.391" v="199" actId="21"/>
          <ac:spMkLst>
            <pc:docMk/>
            <pc:sldMk cId="0" sldId="262"/>
            <ac:spMk id="6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22.391" v="199" actId="21"/>
          <ac:spMkLst>
            <pc:docMk/>
            <pc:sldMk cId="0" sldId="262"/>
            <ac:spMk id="8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22.391" v="199" actId="21"/>
          <ac:spMkLst>
            <pc:docMk/>
            <pc:sldMk cId="0" sldId="262"/>
            <ac:spMk id="9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22.391" v="199" actId="21"/>
          <ac:spMkLst>
            <pc:docMk/>
            <pc:sldMk cId="0" sldId="262"/>
            <ac:spMk id="10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22.391" v="199" actId="21"/>
          <ac:spMkLst>
            <pc:docMk/>
            <pc:sldMk cId="0" sldId="262"/>
            <ac:spMk id="12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22.391" v="199" actId="21"/>
          <ac:spMkLst>
            <pc:docMk/>
            <pc:sldMk cId="0" sldId="262"/>
            <ac:spMk id="13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22.391" v="199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22.391" v="199" actId="21"/>
          <ac:spMkLst>
            <pc:docMk/>
            <pc:sldMk cId="0" sldId="262"/>
            <ac:spMk id="16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22.391" v="199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22.391" v="199" actId="21"/>
          <ac:spMkLst>
            <pc:docMk/>
            <pc:sldMk cId="0" sldId="262"/>
            <ac:spMk id="18" creationId="{00000000-0000-0000-0000-000000000000}"/>
          </ac:spMkLst>
        </pc:spChg>
        <pc:picChg chg="add">
          <ac:chgData name="Bheemavarapu Sandeep" userId="e726bd07d3e21583" providerId="LiveId" clId="{D1F704B6-C50A-4B02-97E1-02B0B3D270F9}" dt="2026-10-15T16:17:57.897" v="25" actId="22"/>
          <ac:picMkLst>
            <pc:docMk/>
            <pc:sldMk cId="0" sldId="262"/>
            <ac:picMk id="20" creationId="{96C38CE7-8FF0-274C-CD87-93C2121557D5}"/>
          </ac:picMkLst>
        </pc:picChg>
      </pc:sldChg>
      <pc:sldChg chg="addSp delSp modSp mod">
        <pc:chgData name="Bheemavarapu Sandeep" userId="e726bd07d3e21583" providerId="LiveId" clId="{D1F704B6-C50A-4B02-97E1-02B0B3D270F9}" dt="2026-10-15T16:56:01.250" v="285" actId="20577"/>
        <pc:sldMkLst>
          <pc:docMk/>
          <pc:sldMk cId="0" sldId="263"/>
        </pc:sldMkLst>
        <pc:spChg chg="mod">
          <ac:chgData name="Bheemavarapu Sandeep" userId="e726bd07d3e21583" providerId="LiveId" clId="{D1F704B6-C50A-4B02-97E1-02B0B3D270F9}" dt="2026-10-15T16:56:01.250" v="285" actId="20577"/>
          <ac:spMkLst>
            <pc:docMk/>
            <pc:sldMk cId="0" sldId="263"/>
            <ac:spMk id="2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37.022" v="200" actId="21"/>
          <ac:spMkLst>
            <pc:docMk/>
            <pc:sldMk cId="0" sldId="263"/>
            <ac:spMk id="8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37.022" v="200" actId="21"/>
          <ac:spMkLst>
            <pc:docMk/>
            <pc:sldMk cId="0" sldId="263"/>
            <ac:spMk id="9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37.022" v="200" actId="21"/>
          <ac:spMkLst>
            <pc:docMk/>
            <pc:sldMk cId="0" sldId="263"/>
            <ac:spMk id="10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37.022" v="200" actId="21"/>
          <ac:spMkLst>
            <pc:docMk/>
            <pc:sldMk cId="0" sldId="263"/>
            <ac:spMk id="11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37.022" v="200" actId="21"/>
          <ac:spMkLst>
            <pc:docMk/>
            <pc:sldMk cId="0" sldId="263"/>
            <ac:spMk id="12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37.022" v="200" actId="21"/>
          <ac:spMkLst>
            <pc:docMk/>
            <pc:sldMk cId="0" sldId="263"/>
            <ac:spMk id="13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37.022" v="200" actId="21"/>
          <ac:spMkLst>
            <pc:docMk/>
            <pc:sldMk cId="0" sldId="263"/>
            <ac:spMk id="14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37.022" v="200" actId="21"/>
          <ac:spMkLst>
            <pc:docMk/>
            <pc:sldMk cId="0" sldId="263"/>
            <ac:spMk id="15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37.022" v="200" actId="21"/>
          <ac:spMkLst>
            <pc:docMk/>
            <pc:sldMk cId="0" sldId="263"/>
            <ac:spMk id="17" creationId="{00000000-0000-0000-0000-000000000000}"/>
          </ac:spMkLst>
        </pc:spChg>
        <pc:spChg chg="del">
          <ac:chgData name="Bheemavarapu Sandeep" userId="e726bd07d3e21583" providerId="LiveId" clId="{D1F704B6-C50A-4B02-97E1-02B0B3D270F9}" dt="2026-10-15T16:55:37.022" v="200" actId="21"/>
          <ac:spMkLst>
            <pc:docMk/>
            <pc:sldMk cId="0" sldId="263"/>
            <ac:spMk id="18" creationId="{00000000-0000-0000-0000-000000000000}"/>
          </ac:spMkLst>
        </pc:spChg>
        <pc:picChg chg="add">
          <ac:chgData name="Bheemavarapu Sandeep" userId="e726bd07d3e21583" providerId="LiveId" clId="{D1F704B6-C50A-4B02-97E1-02B0B3D270F9}" dt="2026-10-15T16:18:00.669" v="26" actId="22"/>
          <ac:picMkLst>
            <pc:docMk/>
            <pc:sldMk cId="0" sldId="263"/>
            <ac:picMk id="20" creationId="{7108A5D7-2E46-677E-5DE9-471976F1E753}"/>
          </ac:picMkLst>
        </pc:picChg>
      </pc:sldChg>
      <pc:sldChg chg="addSp mod">
        <pc:chgData name="Bheemavarapu Sandeep" userId="e726bd07d3e21583" providerId="LiveId" clId="{D1F704B6-C50A-4B02-97E1-02B0B3D270F9}" dt="2026-10-15T16:18:03.619" v="27" actId="22"/>
        <pc:sldMkLst>
          <pc:docMk/>
          <pc:sldMk cId="0" sldId="264"/>
        </pc:sldMkLst>
        <pc:picChg chg="add">
          <ac:chgData name="Bheemavarapu Sandeep" userId="e726bd07d3e21583" providerId="LiveId" clId="{D1F704B6-C50A-4B02-97E1-02B0B3D270F9}" dt="2026-10-15T16:18:03.619" v="27" actId="22"/>
          <ac:picMkLst>
            <pc:docMk/>
            <pc:sldMk cId="0" sldId="264"/>
            <ac:picMk id="23" creationId="{17A618D6-315A-23E8-25FC-820803AC1701}"/>
          </ac:picMkLst>
        </pc:picChg>
      </pc:sldChg>
      <pc:sldChg chg="addSp mod">
        <pc:chgData name="Bheemavarapu Sandeep" userId="e726bd07d3e21583" providerId="LiveId" clId="{D1F704B6-C50A-4B02-97E1-02B0B3D270F9}" dt="2026-10-15T16:18:06.354" v="28" actId="22"/>
        <pc:sldMkLst>
          <pc:docMk/>
          <pc:sldMk cId="0" sldId="265"/>
        </pc:sldMkLst>
        <pc:picChg chg="add">
          <ac:chgData name="Bheemavarapu Sandeep" userId="e726bd07d3e21583" providerId="LiveId" clId="{D1F704B6-C50A-4B02-97E1-02B0B3D270F9}" dt="2026-10-15T16:18:06.354" v="28" actId="22"/>
          <ac:picMkLst>
            <pc:docMk/>
            <pc:sldMk cId="0" sldId="265"/>
            <ac:picMk id="26" creationId="{EE485938-5518-9763-97EC-CA11C89AB817}"/>
          </ac:picMkLst>
        </pc:picChg>
      </pc:sldChg>
      <pc:sldChg chg="addSp mod">
        <pc:chgData name="Bheemavarapu Sandeep" userId="e726bd07d3e21583" providerId="LiveId" clId="{D1F704B6-C50A-4B02-97E1-02B0B3D270F9}" dt="2026-10-15T16:18:09.317" v="29" actId="22"/>
        <pc:sldMkLst>
          <pc:docMk/>
          <pc:sldMk cId="0" sldId="266"/>
        </pc:sldMkLst>
        <pc:picChg chg="add">
          <ac:chgData name="Bheemavarapu Sandeep" userId="e726bd07d3e21583" providerId="LiveId" clId="{D1F704B6-C50A-4B02-97E1-02B0B3D270F9}" dt="2026-10-15T16:18:09.317" v="29" actId="22"/>
          <ac:picMkLst>
            <pc:docMk/>
            <pc:sldMk cId="0" sldId="266"/>
            <ac:picMk id="10" creationId="{220DD277-C4BE-5EB3-2443-4EA5963AF444}"/>
          </ac:picMkLst>
        </pc:picChg>
      </pc:sldChg>
      <pc:sldChg chg="addSp delSp modSp add mod ord">
        <pc:chgData name="Bheemavarapu Sandeep" userId="e726bd07d3e21583" providerId="LiveId" clId="{D1F704B6-C50A-4B02-97E1-02B0B3D270F9}" dt="2026-10-15T16:21:06.513" v="105"/>
        <pc:sldMkLst>
          <pc:docMk/>
          <pc:sldMk cId="4241127626" sldId="267"/>
        </pc:sldMkLst>
        <pc:spChg chg="mod">
          <ac:chgData name="Bheemavarapu Sandeep" userId="e726bd07d3e21583" providerId="LiveId" clId="{D1F704B6-C50A-4B02-97E1-02B0B3D270F9}" dt="2026-10-15T16:21:05.738" v="103" actId="113"/>
          <ac:spMkLst>
            <pc:docMk/>
            <pc:sldMk cId="4241127626" sldId="267"/>
            <ac:spMk id="2" creationId="{B38B746D-0CBA-68BF-0F06-B3EF883B4DD0}"/>
          </ac:spMkLst>
        </pc:spChg>
        <pc:spChg chg="del">
          <ac:chgData name="Bheemavarapu Sandeep" userId="e726bd07d3e21583" providerId="LiveId" clId="{D1F704B6-C50A-4B02-97E1-02B0B3D270F9}" dt="2026-10-15T16:18:39.864" v="52" actId="21"/>
          <ac:spMkLst>
            <pc:docMk/>
            <pc:sldMk cId="4241127626" sldId="267"/>
            <ac:spMk id="3" creationId="{931D33C3-F163-4EFA-3D31-D96E59D32654}"/>
          </ac:spMkLst>
        </pc:spChg>
        <pc:spChg chg="del">
          <ac:chgData name="Bheemavarapu Sandeep" userId="e726bd07d3e21583" providerId="LiveId" clId="{D1F704B6-C50A-4B02-97E1-02B0B3D270F9}" dt="2026-10-15T16:18:44.673" v="54" actId="21"/>
          <ac:spMkLst>
            <pc:docMk/>
            <pc:sldMk cId="4241127626" sldId="267"/>
            <ac:spMk id="4" creationId="{23AB9079-72D9-3A21-FAC0-71288B6F7324}"/>
          </ac:spMkLst>
        </pc:spChg>
        <pc:spChg chg="del">
          <ac:chgData name="Bheemavarapu Sandeep" userId="e726bd07d3e21583" providerId="LiveId" clId="{D1F704B6-C50A-4B02-97E1-02B0B3D270F9}" dt="2026-10-15T16:18:42.162" v="53" actId="21"/>
          <ac:spMkLst>
            <pc:docMk/>
            <pc:sldMk cId="4241127626" sldId="267"/>
            <ac:spMk id="5" creationId="{C8304803-5ACB-A9D8-71DB-0FD922144FA1}"/>
          </ac:spMkLst>
        </pc:spChg>
        <pc:spChg chg="del">
          <ac:chgData name="Bheemavarapu Sandeep" userId="e726bd07d3e21583" providerId="LiveId" clId="{D1F704B6-C50A-4B02-97E1-02B0B3D270F9}" dt="2026-10-15T16:19:00.948" v="57" actId="21"/>
          <ac:spMkLst>
            <pc:docMk/>
            <pc:sldMk cId="4241127626" sldId="267"/>
            <ac:spMk id="7" creationId="{6650CE6D-7DA0-D158-2C9B-772C45A31B83}"/>
          </ac:spMkLst>
        </pc:spChg>
        <pc:spChg chg="del">
          <ac:chgData name="Bheemavarapu Sandeep" userId="e726bd07d3e21583" providerId="LiveId" clId="{D1F704B6-C50A-4B02-97E1-02B0B3D270F9}" dt="2026-10-15T16:18:49.685" v="55" actId="21"/>
          <ac:spMkLst>
            <pc:docMk/>
            <pc:sldMk cId="4241127626" sldId="267"/>
            <ac:spMk id="8" creationId="{E849651C-9E22-911A-1620-5EDB43681154}"/>
          </ac:spMkLst>
        </pc:spChg>
        <pc:spChg chg="del">
          <ac:chgData name="Bheemavarapu Sandeep" userId="e726bd07d3e21583" providerId="LiveId" clId="{D1F704B6-C50A-4B02-97E1-02B0B3D270F9}" dt="2026-10-15T16:18:49.685" v="55" actId="21"/>
          <ac:spMkLst>
            <pc:docMk/>
            <pc:sldMk cId="4241127626" sldId="267"/>
            <ac:spMk id="9" creationId="{02491AE0-5168-8EEE-6132-DB4FA0B6E544}"/>
          </ac:spMkLst>
        </pc:spChg>
        <pc:spChg chg="del">
          <ac:chgData name="Bheemavarapu Sandeep" userId="e726bd07d3e21583" providerId="LiveId" clId="{D1F704B6-C50A-4B02-97E1-02B0B3D270F9}" dt="2026-10-15T16:18:49.685" v="55" actId="21"/>
          <ac:spMkLst>
            <pc:docMk/>
            <pc:sldMk cId="4241127626" sldId="267"/>
            <ac:spMk id="10" creationId="{DC496F2B-BF3B-6A4F-31F6-1EDDD6BA43A7}"/>
          </ac:spMkLst>
        </pc:spChg>
        <pc:spChg chg="del">
          <ac:chgData name="Bheemavarapu Sandeep" userId="e726bd07d3e21583" providerId="LiveId" clId="{D1F704B6-C50A-4B02-97E1-02B0B3D270F9}" dt="2026-10-15T16:19:00.948" v="57" actId="21"/>
          <ac:spMkLst>
            <pc:docMk/>
            <pc:sldMk cId="4241127626" sldId="267"/>
            <ac:spMk id="11" creationId="{1190E488-2DA1-7A30-C4FF-98E7AC14D3DD}"/>
          </ac:spMkLst>
        </pc:spChg>
        <pc:spChg chg="del">
          <ac:chgData name="Bheemavarapu Sandeep" userId="e726bd07d3e21583" providerId="LiveId" clId="{D1F704B6-C50A-4B02-97E1-02B0B3D270F9}" dt="2026-10-15T16:18:49.685" v="55" actId="21"/>
          <ac:spMkLst>
            <pc:docMk/>
            <pc:sldMk cId="4241127626" sldId="267"/>
            <ac:spMk id="13" creationId="{C22F8EB5-25DE-D495-5822-F7AC1F97EB76}"/>
          </ac:spMkLst>
        </pc:spChg>
        <pc:spChg chg="del">
          <ac:chgData name="Bheemavarapu Sandeep" userId="e726bd07d3e21583" providerId="LiveId" clId="{D1F704B6-C50A-4B02-97E1-02B0B3D270F9}" dt="2026-10-15T16:18:49.685" v="55" actId="21"/>
          <ac:spMkLst>
            <pc:docMk/>
            <pc:sldMk cId="4241127626" sldId="267"/>
            <ac:spMk id="14" creationId="{0C3EEBB1-7DE2-BB0A-5DBA-C53AB3867C15}"/>
          </ac:spMkLst>
        </pc:spChg>
        <pc:spChg chg="del">
          <ac:chgData name="Bheemavarapu Sandeep" userId="e726bd07d3e21583" providerId="LiveId" clId="{D1F704B6-C50A-4B02-97E1-02B0B3D270F9}" dt="2026-10-15T16:19:00.948" v="57" actId="21"/>
          <ac:spMkLst>
            <pc:docMk/>
            <pc:sldMk cId="4241127626" sldId="267"/>
            <ac:spMk id="15" creationId="{6E80FF69-715D-0E5F-D086-ADE6AC8E2936}"/>
          </ac:spMkLst>
        </pc:spChg>
        <pc:spChg chg="del">
          <ac:chgData name="Bheemavarapu Sandeep" userId="e726bd07d3e21583" providerId="LiveId" clId="{D1F704B6-C50A-4B02-97E1-02B0B3D270F9}" dt="2026-10-15T16:18:49.685" v="55" actId="21"/>
          <ac:spMkLst>
            <pc:docMk/>
            <pc:sldMk cId="4241127626" sldId="267"/>
            <ac:spMk id="17" creationId="{9F51DEEF-DE02-A848-C8A7-03376F7E6AEE}"/>
          </ac:spMkLst>
        </pc:spChg>
        <pc:spChg chg="del">
          <ac:chgData name="Bheemavarapu Sandeep" userId="e726bd07d3e21583" providerId="LiveId" clId="{D1F704B6-C50A-4B02-97E1-02B0B3D270F9}" dt="2026-10-15T16:18:49.685" v="55" actId="21"/>
          <ac:spMkLst>
            <pc:docMk/>
            <pc:sldMk cId="4241127626" sldId="267"/>
            <ac:spMk id="18" creationId="{2F4D0949-85A5-80CF-E42E-E87FEA1595C5}"/>
          </ac:spMkLst>
        </pc:spChg>
        <pc:spChg chg="del">
          <ac:chgData name="Bheemavarapu Sandeep" userId="e726bd07d3e21583" providerId="LiveId" clId="{D1F704B6-C50A-4B02-97E1-02B0B3D270F9}" dt="2026-10-15T16:19:00.948" v="57" actId="21"/>
          <ac:spMkLst>
            <pc:docMk/>
            <pc:sldMk cId="4241127626" sldId="267"/>
            <ac:spMk id="19" creationId="{A2C707E3-859D-58DE-02B1-EF9FA37D16EA}"/>
          </ac:spMkLst>
        </pc:spChg>
        <pc:spChg chg="del">
          <ac:chgData name="Bheemavarapu Sandeep" userId="e726bd07d3e21583" providerId="LiveId" clId="{D1F704B6-C50A-4B02-97E1-02B0B3D270F9}" dt="2026-10-15T16:18:49.685" v="55" actId="21"/>
          <ac:spMkLst>
            <pc:docMk/>
            <pc:sldMk cId="4241127626" sldId="267"/>
            <ac:spMk id="20" creationId="{0A7C082D-3D09-F54E-B256-CDF67034634C}"/>
          </ac:spMkLst>
        </pc:spChg>
        <pc:spChg chg="del">
          <ac:chgData name="Bheemavarapu Sandeep" userId="e726bd07d3e21583" providerId="LiveId" clId="{D1F704B6-C50A-4B02-97E1-02B0B3D270F9}" dt="2026-10-15T16:18:49.685" v="55" actId="21"/>
          <ac:spMkLst>
            <pc:docMk/>
            <pc:sldMk cId="4241127626" sldId="267"/>
            <ac:spMk id="21" creationId="{7891B104-8B07-E037-D4B0-B1B1F8B69FEA}"/>
          </ac:spMkLst>
        </pc:spChg>
        <pc:spChg chg="del">
          <ac:chgData name="Bheemavarapu Sandeep" userId="e726bd07d3e21583" providerId="LiveId" clId="{D1F704B6-C50A-4B02-97E1-02B0B3D270F9}" dt="2026-10-15T16:18:49.685" v="55" actId="21"/>
          <ac:spMkLst>
            <pc:docMk/>
            <pc:sldMk cId="4241127626" sldId="267"/>
            <ac:spMk id="22" creationId="{49E0AAD9-60A2-5AFF-E49B-A901BB34FA39}"/>
          </ac:spMkLst>
        </pc:spChg>
        <pc:spChg chg="add del mod">
          <ac:chgData name="Bheemavarapu Sandeep" userId="e726bd07d3e21583" providerId="LiveId" clId="{D1F704B6-C50A-4B02-97E1-02B0B3D270F9}" dt="2026-10-15T16:21:06.513" v="105"/>
          <ac:spMkLst>
            <pc:docMk/>
            <pc:sldMk cId="4241127626" sldId="267"/>
            <ac:spMk id="24" creationId="{58D4D661-C23C-CF60-A910-7586A0871C6D}"/>
          </ac:spMkLst>
        </pc:spChg>
        <pc:graphicFrameChg chg="del">
          <ac:chgData name="Bheemavarapu Sandeep" userId="e726bd07d3e21583" providerId="LiveId" clId="{D1F704B6-C50A-4B02-97E1-02B0B3D270F9}" dt="2026-10-15T16:18:56.713" v="56" actId="21"/>
          <ac:graphicFrameMkLst>
            <pc:docMk/>
            <pc:sldMk cId="4241127626" sldId="267"/>
            <ac:graphicFrameMk id="23" creationId="{26DE7E64-A8D2-D956-FCA4-B66141924269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68927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92504-AAC8-DD18-E49E-9A2FFC6EE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9E0431-522B-B797-F95A-2CF9DCFF0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A88E96-74D4-784E-8C9C-7ECEE0160E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4150C-B157-851F-C4A0-9BE0897B92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409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280160"/>
            <a:ext cx="566928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rgbClr val="0B3C49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480"/>
                </a:solidFill>
              </a:rPr>
              <a:t>Monthly Expense &amp; Budget Analyzer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74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600200" y="36576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rgbClr val="0B3C49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480"/>
                </a:solidFill>
              </a:rPr>
              <a:t>Monthly Expense &amp; Budget Analyzer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74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74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26719" y="96616"/>
            <a:ext cx="5801207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Monthly Expense &amp; Budget Analyzer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537960" y="1503153"/>
            <a:ext cx="5120640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7" name="Image 0" descr="title_im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03823"/>
            <a:ext cx="4846320" cy="3026664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B7F8657-B469-DA60-A1AE-F2376AE73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103050"/>
              </p:ext>
            </p:extLst>
          </p:nvPr>
        </p:nvGraphicFramePr>
        <p:xfrm>
          <a:off x="138023" y="4279820"/>
          <a:ext cx="608990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4952">
                  <a:extLst>
                    <a:ext uri="{9D8B030D-6E8A-4147-A177-3AD203B41FA5}">
                      <a16:colId xmlns:a16="http://schemas.microsoft.com/office/drawing/2014/main" val="994890938"/>
                    </a:ext>
                  </a:extLst>
                </a:gridCol>
                <a:gridCol w="3044952">
                  <a:extLst>
                    <a:ext uri="{9D8B030D-6E8A-4147-A177-3AD203B41FA5}">
                      <a16:colId xmlns:a16="http://schemas.microsoft.com/office/drawing/2014/main" val="3078633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Roll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92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Sandeep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2620090082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8136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Sai Dhruva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2620080118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87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/>
                        <a:t>Bhargav Sri Datta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2620090060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9160128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D8C9460-5E92-F7AE-5035-0010C20477D8}"/>
              </a:ext>
            </a:extLst>
          </p:cNvPr>
          <p:cNvSpPr txBox="1"/>
          <p:nvPr/>
        </p:nvSpPr>
        <p:spPr>
          <a:xfrm>
            <a:off x="443398" y="5908706"/>
            <a:ext cx="6094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dirty="0">
                <a:solidFill>
                  <a:schemeClr val="bg1"/>
                </a:solidFill>
              </a:rPr>
              <a:t>Under Guidance:</a:t>
            </a:r>
          </a:p>
          <a:p>
            <a:r>
              <a:rPr lang="en-IN" sz="1800" dirty="0">
                <a:solidFill>
                  <a:schemeClr val="bg1"/>
                </a:solidFill>
              </a:rPr>
              <a:t>G. Mamatha</a:t>
            </a:r>
          </a:p>
        </p:txBody>
      </p:sp>
      <p:pic>
        <p:nvPicPr>
          <p:cNvPr id="13" name="Picture 12" descr="Best Private University in Telangana &amp; Andhra Pradesh | KLH Hyderabad">
            <a:extLst>
              <a:ext uri="{FF2B5EF4-FFF2-40B4-BE49-F238E27FC236}">
                <a16:creationId xmlns:a16="http://schemas.microsoft.com/office/drawing/2014/main" id="{C0A3285F-2887-6B79-B462-E6EC6389A9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326471"/>
            <a:ext cx="1682185" cy="12588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B3C49"/>
                </a:solidFill>
              </a:rPr>
              <a:t>Abstract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85800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62179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12303A"/>
                </a:solidFill>
              </a:rPr>
              <a:t>The Monthly Expense &amp; Budget Analyzer is a Java application that lets a user record monthly income, set a spending budget, log categorised expenses and instantly see whether they are within budget.</a:t>
            </a:r>
            <a:endParaRPr lang="en-US" sz="18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12303A"/>
                </a:solidFill>
              </a:rPr>
              <a:t>It is delivered in two modes: a Scanner-based console program, and a web dashboard served by a lightweight built-in Java HTTP server with a REST API and an HTML, CSS and JavaScript front end.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2303A"/>
                </a:solidFill>
              </a:rPr>
              <a:t>The whole system uses only the Java standard library and brings together all six course outcomes in one working product.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726680" y="146304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955280" y="155448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E7C86"/>
                </a:solidFill>
              </a:rPr>
              <a:t>2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9098280" y="15544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2303A"/>
                </a:solidFill>
              </a:rPr>
              <a:t>modes: console app and web dashboard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26680" y="30175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955280" y="310896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E7C86"/>
                </a:solidFill>
              </a:rPr>
              <a:t>7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9098280" y="310896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2303A"/>
                </a:solidFill>
              </a:rPr>
              <a:t>expense categories tracked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26680" y="457200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955280" y="46634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E7C86"/>
                </a:solidFill>
              </a:rPr>
              <a:t>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9098280" y="46634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2303A"/>
                </a:solidFill>
              </a:rPr>
              <a:t>external libraries, Java SE only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74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15" name="Picture 14" descr="Best Private University in Telangana &amp; Andhra Pradesh | KLH Hyderabad">
            <a:extLst>
              <a:ext uri="{FF2B5EF4-FFF2-40B4-BE49-F238E27FC236}">
                <a16:creationId xmlns:a16="http://schemas.microsoft.com/office/drawing/2014/main" id="{B7E0C997-E01E-5D67-A098-DC97ADC06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9769"/>
            <a:ext cx="1682185" cy="125886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600200" y="3657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Data Types &amp; Operators</a:t>
            </a:r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CO1</a:t>
            </a:r>
            <a:endParaRPr lang="en-US" sz="2200" dirty="0"/>
          </a:p>
        </p:txBody>
      </p:sp>
      <p:pic>
        <p:nvPicPr>
          <p:cNvPr id="20" name="Picture 19" descr="Best Private University in Telangana &amp; Andhra Pradesh | KLH Hyderabad">
            <a:extLst>
              <a:ext uri="{FF2B5EF4-FFF2-40B4-BE49-F238E27FC236}">
                <a16:creationId xmlns:a16="http://schemas.microsoft.com/office/drawing/2014/main" id="{4B442E15-E019-EB1E-3F15-96CED5895D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73425" y="-458767"/>
            <a:ext cx="1682185" cy="125886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00200" y="1261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>
                <a:solidFill>
                  <a:srgbClr val="5B7480"/>
                </a:solidFill>
              </a:rPr>
              <a:t>MonthlyExpenseAnalyzer.java: variables and calculations</a:t>
            </a:r>
          </a:p>
        </p:txBody>
      </p:sp>
      <p:sp>
        <p:nvSpPr>
          <p:cNvPr id="208" name="Shape 1"/>
          <p:cNvSpPr/>
          <p:nvPr/>
        </p:nvSpPr>
        <p:spPr>
          <a:xfrm>
            <a:off x="548640" y="1783080"/>
            <a:ext cx="553212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9" name="Shape 14"/>
          <p:cNvSpPr/>
          <p:nvPr/>
        </p:nvSpPr>
        <p:spPr>
          <a:xfrm>
            <a:off x="6217920" y="1783080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0" name="TextBox 209"/>
          <p:cNvSpPr txBox="1"/>
          <p:nvPr/>
        </p:nvSpPr>
        <p:spPr>
          <a:xfrm>
            <a:off x="868680" y="1965960"/>
            <a:ext cx="4891000" cy="3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0E7C86"/>
                </a:solidFill>
              </a:rPr>
              <a:t>How it is implemented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Primitive types: double for income, budget and amounts; int for counts; boolean for the over-budget flag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String stores the month name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Arithmetic operators (+ - * /) compute total, savings and category share %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Relational and logical operators (&lt;, ==, &gt;, &amp;&amp;) test the budget rule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Increment (++) counts each expense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446520" y="1965960"/>
            <a:ext cx="5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4FD1C5"/>
                </a:solidFill>
              </a:rPr>
              <a:t>MonthlyExpenseAnalyzer.java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46520" y="2370000"/>
            <a:ext cx="5000000" cy="3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income = </a:t>
            </a:r>
            <a:r>
              <a:rPr sz="1250">
                <a:solidFill>
                  <a:srgbClr val="F59E6C"/>
                </a:solidFill>
                <a:latin typeface="Consolas"/>
              </a:rPr>
              <a:t>50000.0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budget = </a:t>
            </a:r>
            <a:r>
              <a:rPr sz="1250">
                <a:solidFill>
                  <a:srgbClr val="F59E6C"/>
                </a:solidFill>
                <a:latin typeface="Consolas"/>
              </a:rPr>
              <a:t>30000.0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String</a:t>
            </a:r>
            <a:r>
              <a:rPr sz="1250">
                <a:solidFill>
                  <a:srgbClr val="E6F1F3"/>
                </a:solidFill>
                <a:latin typeface="Consolas"/>
              </a:rPr>
              <a:t> month  = </a:t>
            </a:r>
            <a:r>
              <a:rPr sz="1250">
                <a:solidFill>
                  <a:srgbClr val="F5B754"/>
                </a:solidFill>
                <a:latin typeface="Consolas"/>
              </a:rPr>
              <a:t>"October"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int</a:t>
            </a:r>
            <a:r>
              <a:rPr sz="1250">
                <a:solidFill>
                  <a:srgbClr val="E6F1F3"/>
                </a:solidFill>
                <a:latin typeface="Consolas"/>
              </a:rPr>
              <a:t>    count  = </a:t>
            </a:r>
            <a:r>
              <a:rPr sz="1250">
                <a:solidFill>
                  <a:srgbClr val="F59E6C"/>
                </a:solidFill>
                <a:latin typeface="Consolas"/>
              </a:rPr>
              <a:t>0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boolean</a:t>
            </a:r>
            <a:r>
              <a:rPr sz="1250">
                <a:solidFill>
                  <a:srgbClr val="E6F1F3"/>
                </a:solidFill>
                <a:latin typeface="Consolas"/>
              </a:rPr>
              <a:t> over  = </a:t>
            </a:r>
            <a:r>
              <a:rPr sz="1250">
                <a:solidFill>
                  <a:srgbClr val="4FD1C5"/>
                </a:solidFill>
                <a:latin typeface="Consolas"/>
              </a:rPr>
              <a:t>false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/>
              <a:t> 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total = rent + food + travel;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saved = income - total;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share = (food / total) * </a:t>
            </a:r>
            <a:r>
              <a:rPr sz="1250">
                <a:solidFill>
                  <a:srgbClr val="F59E6C"/>
                </a:solidFill>
                <a:latin typeface="Consolas"/>
              </a:rPr>
              <a:t>100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count++;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over = total &gt; budget &amp;&amp; count &gt; </a:t>
            </a:r>
            <a:r>
              <a:rPr sz="1250">
                <a:solidFill>
                  <a:srgbClr val="F59E6C"/>
                </a:solidFill>
                <a:latin typeface="Consolas"/>
              </a:rPr>
              <a:t>0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CO2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74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0" name="Picture 19" descr="Best Private University in Telangana &amp; Andhra Pradesh | KLH Hyderabad">
            <a:extLst>
              <a:ext uri="{FF2B5EF4-FFF2-40B4-BE49-F238E27FC236}">
                <a16:creationId xmlns:a16="http://schemas.microsoft.com/office/drawing/2014/main" id="{61E7FE36-2527-7110-BD2B-A8BA5241B3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9769"/>
            <a:ext cx="1682185" cy="1258867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96ECC9DC-2EEE-1D30-68F8-B2CDC32090A5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1600200" y="365760"/>
            <a:ext cx="9966960" cy="868680"/>
          </a:xfrm>
        </p:spPr>
        <p:txBody>
          <a:bodyPr/>
          <a:lstStyle/>
          <a:p>
            <a:r>
              <a:t>Selection &amp; Iteration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1261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>
                <a:solidFill>
                  <a:srgbClr val="5B7480"/>
                </a:solidFill>
              </a:rPr>
              <a:t>MonthlyExpenseAnalyzer.java: menu loop and budget check</a:t>
            </a:r>
          </a:p>
        </p:txBody>
      </p:sp>
      <p:sp>
        <p:nvSpPr>
          <p:cNvPr id="209" name="Shape 1"/>
          <p:cNvSpPr/>
          <p:nvPr/>
        </p:nvSpPr>
        <p:spPr>
          <a:xfrm>
            <a:off x="548640" y="1783080"/>
            <a:ext cx="553212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0" name="Shape 14"/>
          <p:cNvSpPr/>
          <p:nvPr/>
        </p:nvSpPr>
        <p:spPr>
          <a:xfrm>
            <a:off x="6217920" y="1783080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1" name="TextBox 210"/>
          <p:cNvSpPr txBox="1"/>
          <p:nvPr/>
        </p:nvSpPr>
        <p:spPr>
          <a:xfrm>
            <a:off x="868680" y="1965960"/>
            <a:ext cx="4891000" cy="3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0E7C86"/>
                </a:solidFill>
              </a:rPr>
              <a:t>How it is implemented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while loop keeps the console menu running until the user exits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switch selects the menu option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for loop adds up every recorded expense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if / else if / else applies the budget rule: within, reached or exceeded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46520" y="1965960"/>
            <a:ext cx="5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4FD1C5"/>
                </a:solidFill>
              </a:rPr>
              <a:t>MonthlyExpenseAnalyzer.java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6446520" y="2370000"/>
            <a:ext cx="5000000" cy="3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>
                <a:solidFill>
                  <a:srgbClr val="4FD1C5"/>
                </a:solidFill>
                <a:latin typeface="Consolas"/>
              </a:rPr>
              <a:t>while</a:t>
            </a:r>
            <a:r>
              <a:rPr sz="1250">
                <a:solidFill>
                  <a:srgbClr val="E6F1F3"/>
                </a:solidFill>
                <a:latin typeface="Consolas"/>
              </a:rPr>
              <a:t> (choice != </a:t>
            </a:r>
            <a:r>
              <a:rPr sz="1250">
                <a:solidFill>
                  <a:srgbClr val="F59E6C"/>
                </a:solidFill>
                <a:latin typeface="Consolas"/>
              </a:rPr>
              <a:t>3</a:t>
            </a:r>
            <a:r>
              <a:rPr sz="1250">
                <a:solidFill>
                  <a:srgbClr val="E6F1F3"/>
                </a:solidFill>
                <a:latin typeface="Consolas"/>
              </a:rPr>
              <a:t>) {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switch</a:t>
            </a:r>
            <a:r>
              <a:rPr sz="1250">
                <a:solidFill>
                  <a:srgbClr val="E6F1F3"/>
                </a:solidFill>
                <a:latin typeface="Consolas"/>
              </a:rPr>
              <a:t> (choice) {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    </a:t>
            </a:r>
            <a:r>
              <a:rPr sz="1250">
                <a:solidFill>
                  <a:srgbClr val="4FD1C5"/>
                </a:solidFill>
                <a:latin typeface="Consolas"/>
              </a:rPr>
              <a:t>case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F59E6C"/>
                </a:solidFill>
                <a:latin typeface="Consolas"/>
              </a:rPr>
              <a:t>1</a:t>
            </a:r>
            <a:r>
              <a:rPr sz="1250">
                <a:solidFill>
                  <a:srgbClr val="E6F1F3"/>
                </a:solidFill>
                <a:latin typeface="Consolas"/>
              </a:rPr>
              <a:t>: addExpense(); </a:t>
            </a:r>
            <a:r>
              <a:rPr sz="1250">
                <a:solidFill>
                  <a:srgbClr val="4FD1C5"/>
                </a:solidFill>
                <a:latin typeface="Consolas"/>
              </a:rPr>
              <a:t>break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    </a:t>
            </a:r>
            <a:r>
              <a:rPr sz="1250">
                <a:solidFill>
                  <a:srgbClr val="4FD1C5"/>
                </a:solidFill>
                <a:latin typeface="Consolas"/>
              </a:rPr>
              <a:t>case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F59E6C"/>
                </a:solidFill>
                <a:latin typeface="Consolas"/>
              </a:rPr>
              <a:t>2</a:t>
            </a:r>
            <a:r>
              <a:rPr sz="1250">
                <a:solidFill>
                  <a:srgbClr val="E6F1F3"/>
                </a:solidFill>
                <a:latin typeface="Consolas"/>
              </a:rPr>
              <a:t>: printReport(); </a:t>
            </a:r>
            <a:r>
              <a:rPr sz="1250">
                <a:solidFill>
                  <a:srgbClr val="4FD1C5"/>
                </a:solidFill>
                <a:latin typeface="Consolas"/>
              </a:rPr>
              <a:t>break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}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}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total = </a:t>
            </a:r>
            <a:r>
              <a:rPr sz="1250">
                <a:solidFill>
                  <a:srgbClr val="F59E6C"/>
                </a:solidFill>
                <a:latin typeface="Consolas"/>
              </a:rPr>
              <a:t>0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for</a:t>
            </a:r>
            <a:r>
              <a:rPr sz="1250">
                <a:solidFill>
                  <a:srgbClr val="E6F1F3"/>
                </a:solidFill>
                <a:latin typeface="Consolas"/>
              </a:rPr>
              <a:t> (</a:t>
            </a:r>
            <a:r>
              <a:rPr sz="1250">
                <a:solidFill>
                  <a:srgbClr val="4FD1C5"/>
                </a:solidFill>
                <a:latin typeface="Consolas"/>
              </a:rPr>
              <a:t>int</a:t>
            </a:r>
            <a:r>
              <a:rPr sz="1250">
                <a:solidFill>
                  <a:srgbClr val="E6F1F3"/>
                </a:solidFill>
                <a:latin typeface="Consolas"/>
              </a:rPr>
              <a:t> i = </a:t>
            </a:r>
            <a:r>
              <a:rPr sz="1250">
                <a:solidFill>
                  <a:srgbClr val="F59E6C"/>
                </a:solidFill>
                <a:latin typeface="Consolas"/>
              </a:rPr>
              <a:t>0</a:t>
            </a:r>
            <a:r>
              <a:rPr sz="1250">
                <a:solidFill>
                  <a:srgbClr val="E6F1F3"/>
                </a:solidFill>
                <a:latin typeface="Consolas"/>
              </a:rPr>
              <a:t>; i &lt; count; i++) {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total += amounts[i];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}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if</a:t>
            </a:r>
            <a:r>
              <a:rPr sz="1250">
                <a:solidFill>
                  <a:srgbClr val="E6F1F3"/>
                </a:solidFill>
                <a:latin typeface="Consolas"/>
              </a:rPr>
              <a:t> (total &lt; budget)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status = </a:t>
            </a:r>
            <a:r>
              <a:rPr sz="1250">
                <a:solidFill>
                  <a:srgbClr val="F5B754"/>
                </a:solidFill>
                <a:latin typeface="Consolas"/>
              </a:rPr>
              <a:t>"Within budget"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else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4FD1C5"/>
                </a:solidFill>
                <a:latin typeface="Consolas"/>
              </a:rPr>
              <a:t>if</a:t>
            </a:r>
            <a:r>
              <a:rPr sz="1250">
                <a:solidFill>
                  <a:srgbClr val="E6F1F3"/>
                </a:solidFill>
                <a:latin typeface="Consolas"/>
              </a:rPr>
              <a:t> (total == budget)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status = </a:t>
            </a:r>
            <a:r>
              <a:rPr sz="1250">
                <a:solidFill>
                  <a:srgbClr val="F5B754"/>
                </a:solidFill>
                <a:latin typeface="Consolas"/>
              </a:rPr>
              <a:t>"Limit reached"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else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status = </a:t>
            </a:r>
            <a:r>
              <a:rPr sz="1250">
                <a:solidFill>
                  <a:srgbClr val="F5B754"/>
                </a:solidFill>
                <a:latin typeface="Consolas"/>
              </a:rPr>
              <a:t>"Budget exceeded"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600200" y="3657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Methods &amp; Arrays</a:t>
            </a:r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CO3</a:t>
            </a:r>
            <a:endParaRPr lang="en-US" sz="2200" dirty="0"/>
          </a:p>
        </p:txBody>
      </p:sp>
      <p:pic>
        <p:nvPicPr>
          <p:cNvPr id="22" name="Picture 21" descr="Best Private University in Telangana &amp; Andhra Pradesh | KLH Hyderabad">
            <a:extLst>
              <a:ext uri="{FF2B5EF4-FFF2-40B4-BE49-F238E27FC236}">
                <a16:creationId xmlns:a16="http://schemas.microsoft.com/office/drawing/2014/main" id="{A7C884A0-4829-FE27-9CC0-5F03E89BD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87" y="-537993"/>
            <a:ext cx="1682185" cy="125886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00200" y="1261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>
                <a:solidFill>
                  <a:srgbClr val="5B7480"/>
                </a:solidFill>
              </a:rPr>
              <a:t>MonthlyExpenseAnalyzer.java: reusable methods over arrays</a:t>
            </a:r>
          </a:p>
        </p:txBody>
      </p:sp>
      <p:sp>
        <p:nvSpPr>
          <p:cNvPr id="208" name="Shape 1"/>
          <p:cNvSpPr/>
          <p:nvPr/>
        </p:nvSpPr>
        <p:spPr>
          <a:xfrm>
            <a:off x="548640" y="1783080"/>
            <a:ext cx="553212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9" name="Shape 14"/>
          <p:cNvSpPr/>
          <p:nvPr/>
        </p:nvSpPr>
        <p:spPr>
          <a:xfrm>
            <a:off x="6217920" y="1783080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0" name="TextBox 209"/>
          <p:cNvSpPr txBox="1"/>
          <p:nvPr/>
        </p:nvSpPr>
        <p:spPr>
          <a:xfrm>
            <a:off x="868680" y="1965960"/>
            <a:ext cx="4891000" cy="3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0E7C86"/>
                </a:solidFill>
              </a:rPr>
              <a:t>How it is implemented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Arrays hold the expense amounts and titles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A String[] lists the 7 expense categories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Methods take parameters and return values, e.g. calcTotal()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Each task is its own method, so main() stays short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446520" y="1965960"/>
            <a:ext cx="5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4FD1C5"/>
                </a:solidFill>
              </a:rPr>
              <a:t>MonthlyExpenseAnalyzer.java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46520" y="2370000"/>
            <a:ext cx="5000000" cy="3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>
                <a:solidFill>
                  <a:srgbClr val="4FD1C5"/>
                </a:solidFill>
                <a:latin typeface="Consolas"/>
              </a:rPr>
              <a:t>static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4FD1C5"/>
                </a:solidFill>
                <a:latin typeface="Consolas"/>
              </a:rPr>
              <a:t>String</a:t>
            </a:r>
            <a:r>
              <a:rPr sz="1250">
                <a:solidFill>
                  <a:srgbClr val="E6F1F3"/>
                </a:solidFill>
                <a:latin typeface="Consolas"/>
              </a:rPr>
              <a:t>[] categories = {</a:t>
            </a:r>
            <a:r>
              <a:rPr sz="1250">
                <a:solidFill>
                  <a:srgbClr val="F5B754"/>
                </a:solidFill>
                <a:latin typeface="Consolas"/>
              </a:rPr>
              <a:t>"Food"</a:t>
            </a:r>
            <a:r>
              <a:rPr sz="1250">
                <a:solidFill>
                  <a:srgbClr val="E6F1F3"/>
                </a:solidFill>
                <a:latin typeface="Consolas"/>
              </a:rPr>
              <a:t>, </a:t>
            </a:r>
            <a:r>
              <a:rPr sz="1250">
                <a:solidFill>
                  <a:srgbClr val="F5B754"/>
                </a:solidFill>
                <a:latin typeface="Consolas"/>
              </a:rPr>
              <a:t>"Rent"</a:t>
            </a:r>
            <a:r>
              <a:rPr sz="1250">
                <a:solidFill>
                  <a:srgbClr val="E6F1F3"/>
                </a:solidFill>
                <a:latin typeface="Consolas"/>
              </a:rPr>
              <a:t>,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</a:t>
            </a:r>
            <a:r>
              <a:rPr sz="1250">
                <a:solidFill>
                  <a:srgbClr val="F5B754"/>
                </a:solidFill>
                <a:latin typeface="Consolas"/>
              </a:rPr>
              <a:t>"Travel"</a:t>
            </a:r>
            <a:r>
              <a:rPr sz="1250">
                <a:solidFill>
                  <a:srgbClr val="E6F1F3"/>
                </a:solidFill>
                <a:latin typeface="Consolas"/>
              </a:rPr>
              <a:t>, </a:t>
            </a:r>
            <a:r>
              <a:rPr sz="1250">
                <a:solidFill>
                  <a:srgbClr val="F5B754"/>
                </a:solidFill>
                <a:latin typeface="Consolas"/>
              </a:rPr>
              <a:t>"Bills"</a:t>
            </a:r>
            <a:r>
              <a:rPr sz="1250">
                <a:solidFill>
                  <a:srgbClr val="E6F1F3"/>
                </a:solidFill>
                <a:latin typeface="Consolas"/>
              </a:rPr>
              <a:t>, </a:t>
            </a:r>
            <a:r>
              <a:rPr sz="1250">
                <a:solidFill>
                  <a:srgbClr val="F5B754"/>
                </a:solidFill>
                <a:latin typeface="Consolas"/>
              </a:rPr>
              <a:t>"Health"</a:t>
            </a:r>
            <a:r>
              <a:rPr sz="1250">
                <a:solidFill>
                  <a:srgbClr val="E6F1F3"/>
                </a:solidFill>
                <a:latin typeface="Consolas"/>
              </a:rPr>
              <a:t>, </a:t>
            </a:r>
            <a:r>
              <a:rPr sz="1250">
                <a:solidFill>
                  <a:srgbClr val="F5B754"/>
                </a:solidFill>
                <a:latin typeface="Consolas"/>
              </a:rPr>
              <a:t>"Fun"</a:t>
            </a:r>
            <a:r>
              <a:rPr sz="1250">
                <a:solidFill>
                  <a:srgbClr val="E6F1F3"/>
                </a:solidFill>
                <a:latin typeface="Consolas"/>
              </a:rPr>
              <a:t>, </a:t>
            </a:r>
            <a:r>
              <a:rPr sz="1250">
                <a:solidFill>
                  <a:srgbClr val="F5B754"/>
                </a:solidFill>
                <a:latin typeface="Consolas"/>
              </a:rPr>
              <a:t>"Other"</a:t>
            </a:r>
            <a:r>
              <a:rPr sz="1250">
                <a:solidFill>
                  <a:srgbClr val="E6F1F3"/>
                </a:solidFill>
                <a:latin typeface="Consolas"/>
              </a:rPr>
              <a:t>};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static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[] amounts = </a:t>
            </a:r>
            <a:r>
              <a:rPr sz="1250">
                <a:solidFill>
                  <a:srgbClr val="4FD1C5"/>
                </a:solidFill>
                <a:latin typeface="Consolas"/>
              </a:rPr>
              <a:t>new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[</a:t>
            </a:r>
            <a:r>
              <a:rPr sz="1250">
                <a:solidFill>
                  <a:srgbClr val="F59E6C"/>
                </a:solidFill>
                <a:latin typeface="Consolas"/>
              </a:rPr>
              <a:t>100</a:t>
            </a:r>
            <a:r>
              <a:rPr sz="1250">
                <a:solidFill>
                  <a:srgbClr val="E6F1F3"/>
                </a:solidFill>
                <a:latin typeface="Consolas"/>
              </a:rPr>
              <a:t>];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static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4FD1C5"/>
                </a:solidFill>
                <a:latin typeface="Consolas"/>
              </a:rPr>
              <a:t>int</a:t>
            </a:r>
            <a:r>
              <a:rPr sz="1250">
                <a:solidFill>
                  <a:srgbClr val="E6F1F3"/>
                </a:solidFill>
                <a:latin typeface="Consolas"/>
              </a:rPr>
              <a:t> count = </a:t>
            </a:r>
            <a:r>
              <a:rPr sz="1250">
                <a:solidFill>
                  <a:srgbClr val="F59E6C"/>
                </a:solidFill>
                <a:latin typeface="Consolas"/>
              </a:rPr>
              <a:t>0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/>
              <a:t> 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static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4FD1C5"/>
                </a:solidFill>
                <a:latin typeface="Consolas"/>
              </a:rPr>
              <a:t>void</a:t>
            </a:r>
            <a:r>
              <a:rPr sz="1250">
                <a:solidFill>
                  <a:srgbClr val="E6F1F3"/>
                </a:solidFill>
                <a:latin typeface="Consolas"/>
              </a:rPr>
              <a:t> addExpense(</a:t>
            </a:r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amt) {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amounts[count++] = amt;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}</a:t>
            </a:r>
          </a:p>
          <a:p>
            <a:r>
              <a:rPr sz="1250"/>
              <a:t> 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static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calcTotal(</a:t>
            </a:r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[] a, </a:t>
            </a:r>
            <a:r>
              <a:rPr sz="1250">
                <a:solidFill>
                  <a:srgbClr val="4FD1C5"/>
                </a:solidFill>
                <a:latin typeface="Consolas"/>
              </a:rPr>
              <a:t>int</a:t>
            </a:r>
            <a:r>
              <a:rPr sz="1250">
                <a:solidFill>
                  <a:srgbClr val="E6F1F3"/>
                </a:solidFill>
                <a:latin typeface="Consolas"/>
              </a:rPr>
              <a:t> n) {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sum = </a:t>
            </a:r>
            <a:r>
              <a:rPr sz="1250">
                <a:solidFill>
                  <a:srgbClr val="F59E6C"/>
                </a:solidFill>
                <a:latin typeface="Consolas"/>
              </a:rPr>
              <a:t>0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for</a:t>
            </a:r>
            <a:r>
              <a:rPr sz="1250">
                <a:solidFill>
                  <a:srgbClr val="E6F1F3"/>
                </a:solidFill>
                <a:latin typeface="Consolas"/>
              </a:rPr>
              <a:t> (</a:t>
            </a:r>
            <a:r>
              <a:rPr sz="1250">
                <a:solidFill>
                  <a:srgbClr val="4FD1C5"/>
                </a:solidFill>
                <a:latin typeface="Consolas"/>
              </a:rPr>
              <a:t>int</a:t>
            </a:r>
            <a:r>
              <a:rPr sz="1250">
                <a:solidFill>
                  <a:srgbClr val="E6F1F3"/>
                </a:solidFill>
                <a:latin typeface="Consolas"/>
              </a:rPr>
              <a:t> i = </a:t>
            </a:r>
            <a:r>
              <a:rPr sz="1250">
                <a:solidFill>
                  <a:srgbClr val="F59E6C"/>
                </a:solidFill>
                <a:latin typeface="Consolas"/>
              </a:rPr>
              <a:t>0</a:t>
            </a:r>
            <a:r>
              <a:rPr sz="1250">
                <a:solidFill>
                  <a:srgbClr val="E6F1F3"/>
                </a:solidFill>
                <a:latin typeface="Consolas"/>
              </a:rPr>
              <a:t>; i &lt; n; i++)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    sum += a[i];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return</a:t>
            </a:r>
            <a:r>
              <a:rPr sz="1250">
                <a:solidFill>
                  <a:srgbClr val="E6F1F3"/>
                </a:solidFill>
                <a:latin typeface="Consolas"/>
              </a:rPr>
              <a:t> sum;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600200" y="3657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Classes, Objects &amp; Exceptions</a:t>
            </a:r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CO4</a:t>
            </a:r>
            <a:endParaRPr lang="en-US" sz="2200" dirty="0"/>
          </a:p>
        </p:txBody>
      </p:sp>
      <p:pic>
        <p:nvPicPr>
          <p:cNvPr id="20" name="Picture 19" descr="Best Private University in Telangana &amp; Andhra Pradesh | KLH Hyderabad">
            <a:extLst>
              <a:ext uri="{FF2B5EF4-FFF2-40B4-BE49-F238E27FC236}">
                <a16:creationId xmlns:a16="http://schemas.microsoft.com/office/drawing/2014/main" id="{B5C362A8-B266-2B09-284B-E0F76D952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9769"/>
            <a:ext cx="1682185" cy="125886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00200" y="1261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>
                <a:solidFill>
                  <a:srgbClr val="5B7480"/>
                </a:solidFill>
              </a:rPr>
              <a:t>Server.java: the Expense class and input validation</a:t>
            </a:r>
          </a:p>
        </p:txBody>
      </p:sp>
      <p:sp>
        <p:nvSpPr>
          <p:cNvPr id="208" name="Shape 1"/>
          <p:cNvSpPr/>
          <p:nvPr/>
        </p:nvSpPr>
        <p:spPr>
          <a:xfrm>
            <a:off x="548640" y="1783080"/>
            <a:ext cx="553212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9" name="Shape 14"/>
          <p:cNvSpPr/>
          <p:nvPr/>
        </p:nvSpPr>
        <p:spPr>
          <a:xfrm>
            <a:off x="6217920" y="1783080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0" name="TextBox 209"/>
          <p:cNvSpPr txBox="1"/>
          <p:nvPr/>
        </p:nvSpPr>
        <p:spPr>
          <a:xfrm>
            <a:off x="868680" y="1965960"/>
            <a:ext cx="4891000" cy="3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0E7C86"/>
                </a:solidFill>
              </a:rPr>
              <a:t>How it is implemented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Expense class: private fields, constructor, getters (encapsulation)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Each logged expense is one Expense object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A custom exception rejects invalid amounts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try / catch handles bad input from the dashboard form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446520" y="1965960"/>
            <a:ext cx="5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4FD1C5"/>
                </a:solidFill>
              </a:rPr>
              <a:t>Server.java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46520" y="2370000"/>
            <a:ext cx="5000000" cy="3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>
                <a:solidFill>
                  <a:srgbClr val="4FD1C5"/>
                </a:solidFill>
                <a:latin typeface="Consolas"/>
              </a:rPr>
              <a:t>class</a:t>
            </a:r>
            <a:r>
              <a:rPr sz="1250">
                <a:solidFill>
                  <a:srgbClr val="E6F1F3"/>
                </a:solidFill>
                <a:latin typeface="Consolas"/>
              </a:rPr>
              <a:t> Expense {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private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4FD1C5"/>
                </a:solidFill>
                <a:latin typeface="Consolas"/>
              </a:rPr>
              <a:t>String</a:t>
            </a:r>
            <a:r>
              <a:rPr sz="1250">
                <a:solidFill>
                  <a:srgbClr val="E6F1F3"/>
                </a:solidFill>
                <a:latin typeface="Consolas"/>
              </a:rPr>
              <a:t> title, category;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private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amount;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Expense(</a:t>
            </a:r>
            <a:r>
              <a:rPr sz="1250">
                <a:solidFill>
                  <a:srgbClr val="4FD1C5"/>
                </a:solidFill>
                <a:latin typeface="Consolas"/>
              </a:rPr>
              <a:t>String</a:t>
            </a:r>
            <a:r>
              <a:rPr sz="1250">
                <a:solidFill>
                  <a:srgbClr val="E6F1F3"/>
                </a:solidFill>
                <a:latin typeface="Consolas"/>
              </a:rPr>
              <a:t> t, </a:t>
            </a:r>
            <a:r>
              <a:rPr sz="1250">
                <a:solidFill>
                  <a:srgbClr val="4FD1C5"/>
                </a:solidFill>
                <a:latin typeface="Consolas"/>
              </a:rPr>
              <a:t>String</a:t>
            </a:r>
            <a:r>
              <a:rPr sz="1250">
                <a:solidFill>
                  <a:srgbClr val="E6F1F3"/>
                </a:solidFill>
                <a:latin typeface="Consolas"/>
              </a:rPr>
              <a:t> c, </a:t>
            </a:r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a) {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    title = t; category = c; amount = a;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}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getAmount() { </a:t>
            </a:r>
            <a:r>
              <a:rPr sz="1250">
                <a:solidFill>
                  <a:srgbClr val="4FD1C5"/>
                </a:solidFill>
                <a:latin typeface="Consolas"/>
              </a:rPr>
              <a:t>return</a:t>
            </a:r>
            <a:r>
              <a:rPr sz="1250">
                <a:solidFill>
                  <a:srgbClr val="E6F1F3"/>
                </a:solidFill>
                <a:latin typeface="Consolas"/>
              </a:rPr>
              <a:t> amount; }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}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class</a:t>
            </a:r>
            <a:r>
              <a:rPr sz="1250">
                <a:solidFill>
                  <a:srgbClr val="E6F1F3"/>
                </a:solidFill>
                <a:latin typeface="Consolas"/>
              </a:rPr>
              <a:t> InvalidAmountException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    </a:t>
            </a:r>
            <a:r>
              <a:rPr sz="1250">
                <a:solidFill>
                  <a:srgbClr val="4FD1C5"/>
                </a:solidFill>
                <a:latin typeface="Consolas"/>
              </a:rPr>
              <a:t>extends</a:t>
            </a:r>
            <a:r>
              <a:rPr sz="1250">
                <a:solidFill>
                  <a:srgbClr val="E6F1F3"/>
                </a:solidFill>
                <a:latin typeface="Consolas"/>
              </a:rPr>
              <a:t> Exception { }</a:t>
            </a:r>
          </a:p>
          <a:p>
            <a:r>
              <a:rPr sz="1250"/>
              <a:t> 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try</a:t>
            </a:r>
            <a:r>
              <a:rPr sz="1250">
                <a:solidFill>
                  <a:srgbClr val="E6F1F3"/>
                </a:solidFill>
                <a:latin typeface="Consolas"/>
              </a:rPr>
              <a:t> {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a = Double.parseDouble(text);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if</a:t>
            </a:r>
            <a:r>
              <a:rPr sz="1250">
                <a:solidFill>
                  <a:srgbClr val="E6F1F3"/>
                </a:solidFill>
                <a:latin typeface="Consolas"/>
              </a:rPr>
              <a:t> (a &lt;= </a:t>
            </a:r>
            <a:r>
              <a:rPr sz="1250">
                <a:solidFill>
                  <a:srgbClr val="F59E6C"/>
                </a:solidFill>
                <a:latin typeface="Consolas"/>
              </a:rPr>
              <a:t>0</a:t>
            </a:r>
            <a:r>
              <a:rPr sz="1250">
                <a:solidFill>
                  <a:srgbClr val="E6F1F3"/>
                </a:solidFill>
                <a:latin typeface="Consolas"/>
              </a:rPr>
              <a:t>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    </a:t>
            </a:r>
            <a:r>
              <a:rPr sz="1250">
                <a:solidFill>
                  <a:srgbClr val="4FD1C5"/>
                </a:solidFill>
                <a:latin typeface="Consolas"/>
              </a:rPr>
              <a:t>throw</a:t>
            </a:r>
            <a:r>
              <a:rPr sz="1250">
                <a:solidFill>
                  <a:srgbClr val="E6F1F3"/>
                </a:solidFill>
                <a:latin typeface="Consolas"/>
              </a:rPr>
              <a:t> </a:t>
            </a:r>
            <a:r>
              <a:rPr sz="1250">
                <a:solidFill>
                  <a:srgbClr val="4FD1C5"/>
                </a:solidFill>
                <a:latin typeface="Consolas"/>
              </a:rPr>
              <a:t>new</a:t>
            </a:r>
            <a:r>
              <a:rPr sz="1250">
                <a:solidFill>
                  <a:srgbClr val="E6F1F3"/>
                </a:solidFill>
                <a:latin typeface="Consolas"/>
              </a:rPr>
              <a:t> InvalidAmountException();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} </a:t>
            </a:r>
            <a:r>
              <a:rPr sz="1250">
                <a:solidFill>
                  <a:srgbClr val="4FD1C5"/>
                </a:solidFill>
                <a:latin typeface="Consolas"/>
              </a:rPr>
              <a:t>catch</a:t>
            </a:r>
            <a:r>
              <a:rPr sz="1250">
                <a:solidFill>
                  <a:srgbClr val="E6F1F3"/>
                </a:solidFill>
                <a:latin typeface="Consolas"/>
              </a:rPr>
              <a:t> (Exception e) {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reply(</a:t>
            </a:r>
            <a:r>
              <a:rPr sz="1250">
                <a:solidFill>
                  <a:srgbClr val="F59E6C"/>
                </a:solidFill>
                <a:latin typeface="Consolas"/>
              </a:rPr>
              <a:t>400</a:t>
            </a:r>
            <a:r>
              <a:rPr sz="1250">
                <a:solidFill>
                  <a:srgbClr val="E6F1F3"/>
                </a:solidFill>
                <a:latin typeface="Consolas"/>
              </a:rPr>
              <a:t>, </a:t>
            </a:r>
            <a:r>
              <a:rPr sz="1250">
                <a:solidFill>
                  <a:srgbClr val="F5B754"/>
                </a:solidFill>
                <a:latin typeface="Consolas"/>
              </a:rPr>
              <a:t>"Invalid amount"</a:t>
            </a:r>
            <a:r>
              <a:rPr sz="1250">
                <a:solidFill>
                  <a:srgbClr val="E6F1F3"/>
                </a:solidFill>
                <a:latin typeface="Consolas"/>
              </a:rPr>
              <a:t>);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600200" y="3657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Strings, Files &amp; Search</a:t>
            </a:r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CO5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74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20" name="Picture 19" descr="Best Private University in Telangana &amp; Andhra Pradesh | KLH Hyderabad">
            <a:extLst>
              <a:ext uri="{FF2B5EF4-FFF2-40B4-BE49-F238E27FC236}">
                <a16:creationId xmlns:a16="http://schemas.microsoft.com/office/drawing/2014/main" id="{96C38CE7-8FF0-274C-CD87-93C212155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9769"/>
            <a:ext cx="1682185" cy="125886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00200" y="1261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>
                <a:solidFill>
                  <a:srgbClr val="5B7480"/>
                </a:solidFill>
              </a:rPr>
              <a:t>Server.java: request parsing, static files and filtering</a:t>
            </a:r>
          </a:p>
        </p:txBody>
      </p:sp>
      <p:sp>
        <p:nvSpPr>
          <p:cNvPr id="209" name="Shape 1"/>
          <p:cNvSpPr/>
          <p:nvPr/>
        </p:nvSpPr>
        <p:spPr>
          <a:xfrm>
            <a:off x="548640" y="1783080"/>
            <a:ext cx="553212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0" name="Shape 14"/>
          <p:cNvSpPr/>
          <p:nvPr/>
        </p:nvSpPr>
        <p:spPr>
          <a:xfrm>
            <a:off x="6217920" y="1783080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1" name="TextBox 210"/>
          <p:cNvSpPr txBox="1"/>
          <p:nvPr/>
        </p:nvSpPr>
        <p:spPr>
          <a:xfrm>
            <a:off x="868680" y="1965960"/>
            <a:ext cx="4891000" cy="3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0E7C86"/>
                </a:solidFill>
              </a:rPr>
              <a:t>How it is implemented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String methods (split, trim, toLowerCase) parse form data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File handling: reads index.html from disk and serves it to the browser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Search: the category filter loops through expenses and matches by text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try-with-resources closes the file automatically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46520" y="1965960"/>
            <a:ext cx="5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4FD1C5"/>
                </a:solidFill>
              </a:rPr>
              <a:t>Server.java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6446520" y="2370000"/>
            <a:ext cx="5000000" cy="3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>
                <a:solidFill>
                  <a:srgbClr val="4FD1C5"/>
                </a:solidFill>
                <a:latin typeface="Consolas"/>
              </a:rPr>
              <a:t>String</a:t>
            </a:r>
            <a:r>
              <a:rPr sz="1250">
                <a:solidFill>
                  <a:srgbClr val="E6F1F3"/>
                </a:solidFill>
                <a:latin typeface="Consolas"/>
              </a:rPr>
              <a:t> body = </a:t>
            </a:r>
            <a:r>
              <a:rPr sz="1250">
                <a:solidFill>
                  <a:srgbClr val="F5B754"/>
                </a:solidFill>
                <a:latin typeface="Consolas"/>
              </a:rPr>
              <a:t>"title=Lunch&amp;amount=250"</a:t>
            </a:r>
            <a:r>
              <a:rPr sz="1250">
                <a:solidFill>
                  <a:srgbClr val="E6F1F3"/>
                </a:solidFill>
                <a:latin typeface="Consolas"/>
              </a:rPr>
              <a:t>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for</a:t>
            </a:r>
            <a:r>
              <a:rPr sz="1250">
                <a:solidFill>
                  <a:srgbClr val="E6F1F3"/>
                </a:solidFill>
                <a:latin typeface="Consolas"/>
              </a:rPr>
              <a:t> (</a:t>
            </a:r>
            <a:r>
              <a:rPr sz="1250">
                <a:solidFill>
                  <a:srgbClr val="4FD1C5"/>
                </a:solidFill>
                <a:latin typeface="Consolas"/>
              </a:rPr>
              <a:t>String</a:t>
            </a:r>
            <a:r>
              <a:rPr sz="1250">
                <a:solidFill>
                  <a:srgbClr val="E6F1F3"/>
                </a:solidFill>
                <a:latin typeface="Consolas"/>
              </a:rPr>
              <a:t> pair : body.split(</a:t>
            </a:r>
            <a:r>
              <a:rPr sz="1250">
                <a:solidFill>
                  <a:srgbClr val="F5B754"/>
                </a:solidFill>
                <a:latin typeface="Consolas"/>
              </a:rPr>
              <a:t>"&amp;"</a:t>
            </a:r>
            <a:r>
              <a:rPr sz="1250">
                <a:solidFill>
                  <a:srgbClr val="E6F1F3"/>
                </a:solidFill>
                <a:latin typeface="Consolas"/>
              </a:rPr>
              <a:t>)) {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String</a:t>
            </a:r>
            <a:r>
              <a:rPr sz="1250">
                <a:solidFill>
                  <a:srgbClr val="E6F1F3"/>
                </a:solidFill>
                <a:latin typeface="Consolas"/>
              </a:rPr>
              <a:t>[] kv = pair.split(</a:t>
            </a:r>
            <a:r>
              <a:rPr sz="1250">
                <a:solidFill>
                  <a:srgbClr val="F5B754"/>
                </a:solidFill>
                <a:latin typeface="Consolas"/>
              </a:rPr>
              <a:t>"="</a:t>
            </a:r>
            <a:r>
              <a:rPr sz="1250">
                <a:solidFill>
                  <a:srgbClr val="E6F1F3"/>
                </a:solidFill>
                <a:latin typeface="Consolas"/>
              </a:rPr>
              <a:t>);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String</a:t>
            </a:r>
            <a:r>
              <a:rPr sz="1250">
                <a:solidFill>
                  <a:srgbClr val="E6F1F3"/>
                </a:solidFill>
                <a:latin typeface="Consolas"/>
              </a:rPr>
              <a:t> key = kv[</a:t>
            </a:r>
            <a:r>
              <a:rPr sz="1250">
                <a:solidFill>
                  <a:srgbClr val="F59E6C"/>
                </a:solidFill>
                <a:latin typeface="Consolas"/>
              </a:rPr>
              <a:t>0</a:t>
            </a:r>
            <a:r>
              <a:rPr sz="1250">
                <a:solidFill>
                  <a:srgbClr val="E6F1F3"/>
                </a:solidFill>
                <a:latin typeface="Consolas"/>
              </a:rPr>
              <a:t>].trim().toLowerCase();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}</a:t>
            </a:r>
          </a:p>
          <a:p>
            <a:r>
              <a:rPr sz="1250"/>
              <a:t> 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byte[] page = Files.readAllBytes(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    Paths.get(</a:t>
            </a:r>
            <a:r>
              <a:rPr sz="1250">
                <a:solidFill>
                  <a:srgbClr val="F5B754"/>
                </a:solidFill>
                <a:latin typeface="Consolas"/>
              </a:rPr>
              <a:t>"index.html"</a:t>
            </a:r>
            <a:r>
              <a:rPr sz="1250">
                <a:solidFill>
                  <a:srgbClr val="E6F1F3"/>
                </a:solidFill>
                <a:latin typeface="Consolas"/>
              </a:rPr>
              <a:t>));</a:t>
            </a:r>
          </a:p>
          <a:p>
            <a:r>
              <a:rPr sz="1250"/>
              <a:t> 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try</a:t>
            </a:r>
            <a:r>
              <a:rPr sz="1250">
                <a:solidFill>
                  <a:srgbClr val="E6F1F3"/>
                </a:solidFill>
                <a:latin typeface="Consolas"/>
              </a:rPr>
              <a:t> (BufferedReader br = </a:t>
            </a:r>
            <a:r>
              <a:rPr sz="1250">
                <a:solidFill>
                  <a:srgbClr val="4FD1C5"/>
                </a:solidFill>
                <a:latin typeface="Consolas"/>
              </a:rPr>
              <a:t>new</a:t>
            </a:r>
            <a:r>
              <a:rPr sz="1250">
                <a:solidFill>
                  <a:srgbClr val="E6F1F3"/>
                </a:solidFill>
                <a:latin typeface="Consolas"/>
              </a:rPr>
              <a:t> BufferedReader(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    </a:t>
            </a:r>
            <a:r>
              <a:rPr sz="1250">
                <a:solidFill>
                  <a:srgbClr val="4FD1C5"/>
                </a:solidFill>
                <a:latin typeface="Consolas"/>
              </a:rPr>
              <a:t>new</a:t>
            </a:r>
            <a:r>
              <a:rPr sz="1250">
                <a:solidFill>
                  <a:srgbClr val="E6F1F3"/>
                </a:solidFill>
                <a:latin typeface="Consolas"/>
              </a:rPr>
              <a:t> FileReader(</a:t>
            </a:r>
            <a:r>
              <a:rPr sz="1250">
                <a:solidFill>
                  <a:srgbClr val="F5B754"/>
                </a:solidFill>
                <a:latin typeface="Consolas"/>
              </a:rPr>
              <a:t>"expenses.csv"</a:t>
            </a:r>
            <a:r>
              <a:rPr sz="1250">
                <a:solidFill>
                  <a:srgbClr val="E6F1F3"/>
                </a:solidFill>
                <a:latin typeface="Consolas"/>
              </a:rPr>
              <a:t>))) {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String</a:t>
            </a:r>
            <a:r>
              <a:rPr sz="1250">
                <a:solidFill>
                  <a:srgbClr val="E6F1F3"/>
                </a:solidFill>
                <a:latin typeface="Consolas"/>
              </a:rPr>
              <a:t> line = br.readLine();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}</a:t>
            </a:r>
          </a:p>
          <a:p>
            <a:r>
              <a:rPr sz="1250"/>
              <a:t> 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for</a:t>
            </a:r>
            <a:r>
              <a:rPr sz="1250">
                <a:solidFill>
                  <a:srgbClr val="E6F1F3"/>
                </a:solidFill>
                <a:latin typeface="Consolas"/>
              </a:rPr>
              <a:t> (Expense e : store)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</a:t>
            </a:r>
            <a:r>
              <a:rPr sz="1250">
                <a:solidFill>
                  <a:srgbClr val="4FD1C5"/>
                </a:solidFill>
                <a:latin typeface="Consolas"/>
              </a:rPr>
              <a:t>if</a:t>
            </a:r>
            <a:r>
              <a:rPr sz="1250">
                <a:solidFill>
                  <a:srgbClr val="E6F1F3"/>
                </a:solidFill>
                <a:latin typeface="Consolas"/>
              </a:rPr>
              <a:t> (e.getCategory().equalsIgnoreCase(key))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    show(e);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600200" y="3657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Collections &amp; Streams</a:t>
            </a:r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CO6</a:t>
            </a:r>
            <a:endParaRPr lang="en-US" sz="2200" dirty="0"/>
          </a:p>
        </p:txBody>
      </p:sp>
      <p:pic>
        <p:nvPicPr>
          <p:cNvPr id="20" name="Picture 19" descr="Best Private University in Telangana &amp; Andhra Pradesh | KLH Hyderabad">
            <a:extLst>
              <a:ext uri="{FF2B5EF4-FFF2-40B4-BE49-F238E27FC236}">
                <a16:creationId xmlns:a16="http://schemas.microsoft.com/office/drawing/2014/main" id="{7108A5D7-2E46-677E-5DE9-471976F1E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9769"/>
            <a:ext cx="1682185" cy="125886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00200" y="1261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>
                <a:solidFill>
                  <a:srgbClr val="5B7480"/>
                </a:solidFill>
              </a:rPr>
              <a:t>Server.java: in-memory data store and category totals</a:t>
            </a:r>
          </a:p>
        </p:txBody>
      </p:sp>
      <p:sp>
        <p:nvSpPr>
          <p:cNvPr id="208" name="Shape 1"/>
          <p:cNvSpPr/>
          <p:nvPr/>
        </p:nvSpPr>
        <p:spPr>
          <a:xfrm>
            <a:off x="548640" y="1783080"/>
            <a:ext cx="553212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9" name="Shape 14"/>
          <p:cNvSpPr/>
          <p:nvPr/>
        </p:nvSpPr>
        <p:spPr>
          <a:xfrm>
            <a:off x="6217920" y="1783080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0" name="TextBox 209"/>
          <p:cNvSpPr txBox="1"/>
          <p:nvPr/>
        </p:nvSpPr>
        <p:spPr>
          <a:xfrm>
            <a:off x="868680" y="1965960"/>
            <a:ext cx="4891000" cy="39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0E7C86"/>
                </a:solidFill>
              </a:rPr>
              <a:t>How it is implemented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ArrayList&lt;Expense&gt; is the data store: add and remove entries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HashMap&lt;String, Double&gt; keeps the total per category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Stream API sums amounts and filters by category</a:t>
            </a:r>
          </a:p>
          <a:p>
            <a:pPr marL="228600" indent="-228600">
              <a:spcAft>
                <a:spcPts val="1200"/>
              </a:spcAft>
              <a:buClr>
                <a:srgbClr val="0E7C86"/>
              </a:buClr>
              <a:buChar char="•"/>
            </a:pPr>
            <a:r>
              <a:rPr sz="1700">
                <a:solidFill>
                  <a:srgbClr val="12303A"/>
                </a:solidFill>
              </a:rPr>
              <a:t>The same store feeds the REST API (JSON) of the dashboard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446520" y="1965960"/>
            <a:ext cx="5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4FD1C5"/>
                </a:solidFill>
              </a:rPr>
              <a:t>Server.java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46520" y="2370000"/>
            <a:ext cx="5000000" cy="3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>
                <a:solidFill>
                  <a:srgbClr val="E6F1F3"/>
                </a:solidFill>
                <a:latin typeface="Consolas"/>
              </a:rPr>
              <a:t>List&lt;Expense&gt; store = </a:t>
            </a:r>
            <a:r>
              <a:rPr sz="1250">
                <a:solidFill>
                  <a:srgbClr val="4FD1C5"/>
                </a:solidFill>
                <a:latin typeface="Consolas"/>
              </a:rPr>
              <a:t>new</a:t>
            </a:r>
            <a:r>
              <a:rPr sz="1250">
                <a:solidFill>
                  <a:srgbClr val="E6F1F3"/>
                </a:solidFill>
                <a:latin typeface="Consolas"/>
              </a:rPr>
              <a:t> ArrayList&lt;&gt;();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store.add(</a:t>
            </a:r>
            <a:r>
              <a:rPr sz="1250">
                <a:solidFill>
                  <a:srgbClr val="4FD1C5"/>
                </a:solidFill>
                <a:latin typeface="Consolas"/>
              </a:rPr>
              <a:t>new</a:t>
            </a:r>
            <a:r>
              <a:rPr sz="1250">
                <a:solidFill>
                  <a:srgbClr val="E6F1F3"/>
                </a:solidFill>
                <a:latin typeface="Consolas"/>
              </a:rPr>
              <a:t> Expense(</a:t>
            </a:r>
            <a:r>
              <a:rPr sz="1250">
                <a:solidFill>
                  <a:srgbClr val="F5B754"/>
                </a:solidFill>
                <a:latin typeface="Consolas"/>
              </a:rPr>
              <a:t>"Lunch"</a:t>
            </a:r>
            <a:r>
              <a:rPr sz="1250">
                <a:solidFill>
                  <a:srgbClr val="E6F1F3"/>
                </a:solidFill>
                <a:latin typeface="Consolas"/>
              </a:rPr>
              <a:t>, </a:t>
            </a:r>
            <a:r>
              <a:rPr sz="1250">
                <a:solidFill>
                  <a:srgbClr val="F5B754"/>
                </a:solidFill>
                <a:latin typeface="Consolas"/>
              </a:rPr>
              <a:t>"Food"</a:t>
            </a:r>
            <a:r>
              <a:rPr sz="1250">
                <a:solidFill>
                  <a:srgbClr val="E6F1F3"/>
                </a:solidFill>
                <a:latin typeface="Consolas"/>
              </a:rPr>
              <a:t>, </a:t>
            </a:r>
            <a:r>
              <a:rPr sz="1250">
                <a:solidFill>
                  <a:srgbClr val="F59E6C"/>
                </a:solidFill>
                <a:latin typeface="Consolas"/>
              </a:rPr>
              <a:t>250</a:t>
            </a:r>
            <a:r>
              <a:rPr sz="1250">
                <a:solidFill>
                  <a:srgbClr val="E6F1F3"/>
                </a:solidFill>
                <a:latin typeface="Consolas"/>
              </a:rPr>
              <a:t>));</a:t>
            </a:r>
          </a:p>
          <a:p>
            <a:r>
              <a:rPr sz="1250"/>
              <a:t> 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Map&lt;</a:t>
            </a:r>
            <a:r>
              <a:rPr sz="1250">
                <a:solidFill>
                  <a:srgbClr val="4FD1C5"/>
                </a:solidFill>
                <a:latin typeface="Consolas"/>
              </a:rPr>
              <a:t>String</a:t>
            </a:r>
            <a:r>
              <a:rPr sz="1250">
                <a:solidFill>
                  <a:srgbClr val="E6F1F3"/>
                </a:solidFill>
                <a:latin typeface="Consolas"/>
              </a:rPr>
              <a:t>, Double&gt; totals = </a:t>
            </a:r>
            <a:r>
              <a:rPr sz="1250">
                <a:solidFill>
                  <a:srgbClr val="4FD1C5"/>
                </a:solidFill>
                <a:latin typeface="Consolas"/>
              </a:rPr>
              <a:t>new</a:t>
            </a:r>
            <a:r>
              <a:rPr sz="1250">
                <a:solidFill>
                  <a:srgbClr val="E6F1F3"/>
                </a:solidFill>
                <a:latin typeface="Consolas"/>
              </a:rPr>
              <a:t> HashMap&lt;&gt;();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for</a:t>
            </a:r>
            <a:r>
              <a:rPr sz="1250">
                <a:solidFill>
                  <a:srgbClr val="E6F1F3"/>
                </a:solidFill>
                <a:latin typeface="Consolas"/>
              </a:rPr>
              <a:t> (Expense e : store)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totals.merge(e.getCategory(),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    e.getAmount(), Double::sum);</a:t>
            </a:r>
          </a:p>
          <a:p>
            <a:r>
              <a:rPr sz="1250"/>
              <a:t> </a:t>
            </a:r>
          </a:p>
          <a:p>
            <a:r>
              <a:rPr sz="1250">
                <a:solidFill>
                  <a:srgbClr val="4FD1C5"/>
                </a:solidFill>
                <a:latin typeface="Consolas"/>
              </a:rPr>
              <a:t>double</a:t>
            </a:r>
            <a:r>
              <a:rPr sz="1250">
                <a:solidFill>
                  <a:srgbClr val="E6F1F3"/>
                </a:solidFill>
                <a:latin typeface="Consolas"/>
              </a:rPr>
              <a:t> total = store.stream()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.mapToDouble(Expense::getAmount)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.sum();</a:t>
            </a:r>
          </a:p>
          <a:p>
            <a:r>
              <a:rPr sz="1250"/>
              <a:t> 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List&lt;Expense&gt; food = store.stream()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.filter(e -&gt; e.getCategory()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    .equals(</a:t>
            </a:r>
            <a:r>
              <a:rPr sz="1250">
                <a:solidFill>
                  <a:srgbClr val="F5B754"/>
                </a:solidFill>
                <a:latin typeface="Consolas"/>
              </a:rPr>
              <a:t>"Food"</a:t>
            </a:r>
            <a:r>
              <a:rPr sz="1250">
                <a:solidFill>
                  <a:srgbClr val="E6F1F3"/>
                </a:solidFill>
                <a:latin typeface="Consolas"/>
              </a:rPr>
              <a:t>))</a:t>
            </a:r>
          </a:p>
          <a:p>
            <a:r>
              <a:rPr sz="1250">
                <a:solidFill>
                  <a:srgbClr val="E6F1F3"/>
                </a:solidFill>
                <a:latin typeface="Consolas"/>
              </a:rPr>
              <a:t>    .collect(Collectors.toList());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B3C49"/>
                </a:solidFill>
              </a:rPr>
              <a:t>Final Integrated Project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C49"/>
                </a:solidFill>
              </a:rPr>
              <a:t>Web Dashboard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303A"/>
                </a:solidFill>
              </a:rPr>
              <a:t>HTML · CSS · JavaScript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2303A"/>
                </a:solidFill>
              </a:rPr>
              <a:t>Forms, tables, charts and live budget banner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26280" y="146304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7091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Java Server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709160" y="20574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Server.java on port 8080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6 handlers · REST API · JSON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CO3 · CO4 · CO5 · CO6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503920" y="146304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C49"/>
                </a:solidFill>
              </a:rPr>
              <a:t>In-memory Store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20574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303A"/>
                </a:solidFill>
              </a:rPr>
              <a:t>List&lt;Expense&gt;, income, budget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2303A"/>
                </a:solidFill>
              </a:rPr>
              <a:t>Category totals computed per request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2303A"/>
                </a:solidFill>
              </a:rPr>
              <a:t>CO3 · CO6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30752" y="2148840"/>
            <a:ext cx="722376" cy="365760"/>
          </a:xfrm>
          <a:prstGeom prst="left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260604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480"/>
                </a:solidFill>
              </a:rPr>
              <a:t>HTTP / JSON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08392" y="2148840"/>
            <a:ext cx="722376" cy="365760"/>
          </a:xfrm>
          <a:prstGeom prst="left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260604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480"/>
                </a:solidFill>
              </a:rPr>
              <a:t>reads / writes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36576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C49"/>
                </a:solidFill>
              </a:rPr>
              <a:t>Console Application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1148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303A"/>
                </a:solidFill>
              </a:rPr>
              <a:t>MonthlyExpenseAnalyzer.java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2303A"/>
                </a:solidFill>
              </a:rPr>
              <a:t>Scanner input → arrays → if-else → printf report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2303A"/>
                </a:solidFill>
              </a:rPr>
              <a:t>CO1 · CO2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55080" y="3520440"/>
            <a:ext cx="5303520" cy="2103120"/>
          </a:xfrm>
          <a:prstGeom prst="roundRect">
            <a:avLst>
              <a:gd name="adj" fmla="val 5217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37960" y="3657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One Budget Rule, Two Modes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41148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6F4F1"/>
                </a:solidFill>
              </a:rPr>
              <a:t>Expenses &lt; budget: within budget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6F4F1"/>
                </a:solidFill>
              </a:rPr>
              <a:t>Expenses = budget: limit reached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6F4F1"/>
                </a:solidFill>
              </a:rPr>
              <a:t>Expenses &gt; budget: exceeded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6F4F1"/>
                </a:solidFill>
              </a:rPr>
              <a:t>The same logic runs in the console and on the server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74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23" name="Picture 22" descr="Best Private University in Telangana &amp; Andhra Pradesh | KLH Hyderabad">
            <a:extLst>
              <a:ext uri="{FF2B5EF4-FFF2-40B4-BE49-F238E27FC236}">
                <a16:creationId xmlns:a16="http://schemas.microsoft.com/office/drawing/2014/main" id="{17A618D6-315A-23E8-25FC-820803AC17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9769"/>
            <a:ext cx="1682185" cy="125886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B3C49"/>
                </a:solidFill>
              </a:rPr>
              <a:t>Features &amp; REST API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618488"/>
            <a:ext cx="512064" cy="51206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18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36192"/>
            <a:ext cx="4389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C49"/>
                </a:solidFill>
              </a:rPr>
              <a:t>Set income &amp; budget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5B7480"/>
                </a:solidFill>
              </a:rPr>
              <a:t>Adjust both from one dialog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14016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569464"/>
            <a:ext cx="512064" cy="51206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5694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487168"/>
            <a:ext cx="4389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C49"/>
                </a:solidFill>
              </a:rPr>
              <a:t>Log expenses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5B7480"/>
                </a:solidFill>
              </a:rPr>
              <a:t>Title, category, amount and date, validated on the server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364992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520440"/>
            <a:ext cx="512064" cy="51206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520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438144"/>
            <a:ext cx="4389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C49"/>
                </a:solidFill>
              </a:rPr>
              <a:t>Live budget health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5B7480"/>
                </a:solidFill>
              </a:rPr>
              <a:t>Within, reached or exceeded, with a progress bar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15968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4471416"/>
            <a:ext cx="512064" cy="51206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4714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389120"/>
            <a:ext cx="4389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C49"/>
                </a:solidFill>
              </a:rPr>
              <a:t>Category breakdown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5B7480"/>
                </a:solidFill>
              </a:rPr>
              <a:t>Seven categories with share of total spend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266944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5422392"/>
            <a:ext cx="512064" cy="51206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4223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340096"/>
            <a:ext cx="4389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C49"/>
                </a:solidFill>
              </a:rPr>
              <a:t>Filter &amp; delete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5B7480"/>
                </a:solidFill>
              </a:rPr>
              <a:t>Filter the table by category; remove any entry</a:t>
            </a:r>
            <a:endParaRPr lang="en-US" sz="1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463040"/>
          <a:ext cx="5303520" cy="35204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Endpoint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Purpose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/api/data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GET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Totals, categories, status, list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/api/income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POST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Update monthly income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/api/budget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POST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Update monthly budget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/api/expense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POST / DELETE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Add or remove an expense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/api/reset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POST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Clear all data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/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GET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2303A"/>
                          </a:solidFill>
                        </a:rPr>
                        <a:t>Serve the dashboard files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74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26" name="Picture 25" descr="Best Private University in Telangana &amp; Andhra Pradesh | KLH Hyderabad">
            <a:extLst>
              <a:ext uri="{FF2B5EF4-FFF2-40B4-BE49-F238E27FC236}">
                <a16:creationId xmlns:a16="http://schemas.microsoft.com/office/drawing/2014/main" id="{EE485938-5518-9763-97EC-CA11C89AB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9769"/>
            <a:ext cx="1682185" cy="12588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B3C49"/>
                </a:solidFill>
              </a:rPr>
              <a:t>Execution &amp; Output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126480" cy="4681728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Image 0" descr="out_im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5943600" cy="44988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5332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480"/>
                </a:solidFill>
              </a:rPr>
              <a:t>Web mode: java Server → http://localhost:8080 (sample data)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903720" y="1325880"/>
            <a:ext cx="4754880" cy="4681728"/>
          </a:xfrm>
          <a:prstGeom prst="roundRect">
            <a:avLst>
              <a:gd name="adj" fmla="val 2344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132320" y="14447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</a:rPr>
              <a:t>Console mode: java MonthlyExpenseAnalyzer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0" y="1783080"/>
            <a:ext cx="4343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=============================================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MONTHLY EXPENSE &amp; BUDGET ANALYZER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=============================================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your Monthly Income (₹): 50000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your Monthly Budget (₹): 30000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expenses would you like to enter? 6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[Expense #1]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Category: Food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Amount Spent (₹): 4500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5 more expenses entered ...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=============================================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SUMMARY REPORT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=============================================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Monthly Income   : ₹50,000.00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Monthly Budget   : ₹30,000.00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Expenses   : ₹19,700.00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Remaining Balance: ₹30,300.00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Status    : You are within your budget.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=============================================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Expense Itemization ---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Food            : ₹4,500.00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Travel          : ₹2,800.00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Education       : ₹3,200.00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Bills           : ₹4,100.00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Entertainment   : ₹1,600.00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Shopping        : ₹3,500.00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74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10" name="Picture 9" descr="Best Private University in Telangana &amp; Andhra Pradesh | KLH Hyderabad">
            <a:extLst>
              <a:ext uri="{FF2B5EF4-FFF2-40B4-BE49-F238E27FC236}">
                <a16:creationId xmlns:a16="http://schemas.microsoft.com/office/drawing/2014/main" id="{220DD277-C4BE-5EB3-2443-4EA5963AF4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429769"/>
            <a:ext cx="1682185" cy="125886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B12A8-9D07-FA70-BB4D-2BBA449FB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38B746D-0CBA-68BF-0F06-B3EF883B4DD0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434340" y="801493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Repository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link: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3AAE469-A24F-C85B-37C6-EB0D603C4B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74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26" name="Picture 25" descr="Best Private University in Telangana &amp; Andhra Pradesh | KLH Hyderabad">
            <a:extLst>
              <a:ext uri="{FF2B5EF4-FFF2-40B4-BE49-F238E27FC236}">
                <a16:creationId xmlns:a16="http://schemas.microsoft.com/office/drawing/2014/main" id="{7B4D6CA7-673E-FD95-CF78-7E2322877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9769"/>
            <a:ext cx="1682185" cy="12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127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1536</Words>
  <Application>Microsoft Office PowerPoint</Application>
  <PresentationFormat>Widescreen</PresentationFormat>
  <Paragraphs>278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Consolas</vt:lpstr>
      <vt:lpstr>Courier New</vt:lpstr>
      <vt:lpstr>Times New Roman</vt:lpstr>
      <vt:lpstr>Office Theme</vt:lpstr>
      <vt:lpstr>Monthly Expense &amp; Budget Analyzer</vt:lpstr>
      <vt:lpstr>Abstract</vt:lpstr>
      <vt:lpstr>Data Types &amp; Operators</vt:lpstr>
      <vt:lpstr>Selection &amp; Iteration</vt:lpstr>
      <vt:lpstr>Methods &amp; Arrays</vt:lpstr>
      <vt:lpstr>Classes, Objects &amp; Exceptions</vt:lpstr>
      <vt:lpstr>Strings, Files &amp; Search</vt:lpstr>
      <vt:lpstr>Collections &amp; Streams</vt:lpstr>
      <vt:lpstr>Final Integrated Project</vt:lpstr>
      <vt:lpstr>Features &amp; REST API</vt:lpstr>
      <vt:lpstr>Execution &amp; Output</vt:lpstr>
      <vt:lpstr>GitHub Repository: GitHub link: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Monthly Expense &amp; Budget Analyzer</dc:title>
  <dc:subject>PptxGenJS Presentation</dc:subject>
  <dc:creator>PptxGenJS</dc:creator>
  <cp:lastModifiedBy>Bheemavarapu Sandeep</cp:lastModifiedBy>
  <cp:revision>1</cp:revision>
  <dcterms:created xsi:type="dcterms:W3CDTF">2026-10-15T16:10:48Z</dcterms:created>
  <dcterms:modified xsi:type="dcterms:W3CDTF">2026-10-15T17:40:45Z</dcterms:modified>
</cp:coreProperties>
</file>