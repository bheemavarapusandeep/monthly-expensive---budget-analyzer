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7D4B1-DF43-415A-82A3-F1E1DF0A6B1F}" v="2" dt="2026-10-15T16:20:52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eemavarapu Sandeep" userId="e726bd07d3e21583" providerId="LiveId" clId="{D1F704B6-C50A-4B02-97E1-02B0B3D270F9}"/>
    <pc:docChg chg="custSel addSld modSld sldOrd">
      <pc:chgData name="Bheemavarapu Sandeep" userId="e726bd07d3e21583" providerId="LiveId" clId="{D1F704B6-C50A-4B02-97E1-02B0B3D270F9}" dt="2026-10-15T16:21:06.513" v="105"/>
      <pc:docMkLst>
        <pc:docMk/>
      </pc:docMkLst>
      <pc:sldChg chg="addSp delSp modSp mod">
        <pc:chgData name="Bheemavarapu Sandeep" userId="e726bd07d3e21583" providerId="LiveId" clId="{D1F704B6-C50A-4B02-97E1-02B0B3D270F9}" dt="2026-10-15T16:17:37.234" v="18" actId="1076"/>
        <pc:sldMkLst>
          <pc:docMk/>
          <pc:sldMk cId="0" sldId="256"/>
        </pc:sldMkLst>
        <pc:spChg chg="mod">
          <ac:chgData name="Bheemavarapu Sandeep" userId="e726bd07d3e21583" providerId="LiveId" clId="{D1F704B6-C50A-4B02-97E1-02B0B3D270F9}" dt="2026-10-15T16:16:39.787" v="12" actId="14100"/>
          <ac:spMkLst>
            <pc:docMk/>
            <pc:sldMk cId="0" sldId="256"/>
            <ac:spMk id="2" creationId="{00000000-0000-0000-0000-000000000000}"/>
          </ac:spMkLst>
        </pc:spChg>
        <pc:spChg chg="del">
          <ac:chgData name="Bheemavarapu Sandeep" userId="e726bd07d3e21583" providerId="LiveId" clId="{D1F704B6-C50A-4B02-97E1-02B0B3D270F9}" dt="2026-10-15T16:15:44.168" v="1" actId="21"/>
          <ac:spMkLst>
            <pc:docMk/>
            <pc:sldMk cId="0" sldId="256"/>
            <ac:spMk id="3" creationId="{00000000-0000-0000-0000-000000000000}"/>
          </ac:spMkLst>
        </pc:spChg>
        <pc:spChg chg="del">
          <ac:chgData name="Bheemavarapu Sandeep" userId="e726bd07d3e21583" providerId="LiveId" clId="{D1F704B6-C50A-4B02-97E1-02B0B3D270F9}" dt="2026-10-15T16:16:01.513" v="6" actId="21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Bheemavarapu Sandeep" userId="e726bd07d3e21583" providerId="LiveId" clId="{D1F704B6-C50A-4B02-97E1-02B0B3D270F9}" dt="2026-10-15T16:15:59.404" v="5" actId="21"/>
          <ac:spMkLst>
            <pc:docMk/>
            <pc:sldMk cId="0" sldId="256"/>
            <ac:spMk id="5" creationId="{00000000-0000-0000-0000-000000000000}"/>
          </ac:spMkLst>
        </pc:spChg>
        <pc:spChg chg="mod">
          <ac:chgData name="Bheemavarapu Sandeep" userId="e726bd07d3e21583" providerId="LiveId" clId="{D1F704B6-C50A-4B02-97E1-02B0B3D270F9}" dt="2026-10-15T16:16:09.417" v="9" actId="1076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Bheemavarapu Sandeep" userId="e726bd07d3e21583" providerId="LiveId" clId="{D1F704B6-C50A-4B02-97E1-02B0B3D270F9}" dt="2026-10-15T16:17:13.409" v="15" actId="207"/>
          <ac:spMkLst>
            <pc:docMk/>
            <pc:sldMk cId="0" sldId="256"/>
            <ac:spMk id="11" creationId="{3D8C9460-5E92-F7AE-5035-0010C20477D8}"/>
          </ac:spMkLst>
        </pc:spChg>
        <pc:graphicFrameChg chg="add mod modGraphic">
          <ac:chgData name="Bheemavarapu Sandeep" userId="e726bd07d3e21583" providerId="LiveId" clId="{D1F704B6-C50A-4B02-97E1-02B0B3D270F9}" dt="2026-10-15T16:17:19.900" v="16" actId="20577"/>
          <ac:graphicFrameMkLst>
            <pc:docMk/>
            <pc:sldMk cId="0" sldId="256"/>
            <ac:graphicFrameMk id="9" creationId="{4B7F8657-B469-DA60-A1AE-F2376AE73081}"/>
          </ac:graphicFrameMkLst>
        </pc:graphicFrameChg>
        <pc:picChg chg="mod">
          <ac:chgData name="Bheemavarapu Sandeep" userId="e726bd07d3e21583" providerId="LiveId" clId="{D1F704B6-C50A-4B02-97E1-02B0B3D270F9}" dt="2026-10-15T16:16:06.493" v="8" actId="1076"/>
          <ac:picMkLst>
            <pc:docMk/>
            <pc:sldMk cId="0" sldId="256"/>
            <ac:picMk id="7" creationId="{00000000-0000-0000-0000-000000000000}"/>
          </ac:picMkLst>
        </pc:picChg>
        <pc:picChg chg="add mod">
          <ac:chgData name="Bheemavarapu Sandeep" userId="e726bd07d3e21583" providerId="LiveId" clId="{D1F704B6-C50A-4B02-97E1-02B0B3D270F9}" dt="2026-10-15T16:17:37.234" v="18" actId="1076"/>
          <ac:picMkLst>
            <pc:docMk/>
            <pc:sldMk cId="0" sldId="256"/>
            <ac:picMk id="13" creationId="{C0A3285F-2887-6B79-B462-E6EC6389A943}"/>
          </ac:picMkLst>
        </pc:picChg>
      </pc:sldChg>
      <pc:sldChg chg="addSp mod">
        <pc:chgData name="Bheemavarapu Sandeep" userId="e726bd07d3e21583" providerId="LiveId" clId="{D1F704B6-C50A-4B02-97E1-02B0B3D270F9}" dt="2026-10-15T16:17:41.777" v="19" actId="22"/>
        <pc:sldMkLst>
          <pc:docMk/>
          <pc:sldMk cId="0" sldId="257"/>
        </pc:sldMkLst>
        <pc:picChg chg="add">
          <ac:chgData name="Bheemavarapu Sandeep" userId="e726bd07d3e21583" providerId="LiveId" clId="{D1F704B6-C50A-4B02-97E1-02B0B3D270F9}" dt="2026-10-15T16:17:41.777" v="19" actId="22"/>
          <ac:picMkLst>
            <pc:docMk/>
            <pc:sldMk cId="0" sldId="257"/>
            <ac:picMk id="15" creationId="{B7E0C997-E01E-5D67-A098-DC97ADC06403}"/>
          </ac:picMkLst>
        </pc:picChg>
      </pc:sldChg>
      <pc:sldChg chg="addSp modSp mod">
        <pc:chgData name="Bheemavarapu Sandeep" userId="e726bd07d3e21583" providerId="LiveId" clId="{D1F704B6-C50A-4B02-97E1-02B0B3D270F9}" dt="2026-10-15T16:17:47.987" v="21" actId="1076"/>
        <pc:sldMkLst>
          <pc:docMk/>
          <pc:sldMk cId="0" sldId="258"/>
        </pc:sldMkLst>
        <pc:picChg chg="add mod">
          <ac:chgData name="Bheemavarapu Sandeep" userId="e726bd07d3e21583" providerId="LiveId" clId="{D1F704B6-C50A-4B02-97E1-02B0B3D270F9}" dt="2026-10-15T16:17:47.987" v="21" actId="1076"/>
          <ac:picMkLst>
            <pc:docMk/>
            <pc:sldMk cId="0" sldId="258"/>
            <ac:picMk id="20" creationId="{4B442E15-E019-EB1E-3F15-96CED5895D06}"/>
          </ac:picMkLst>
        </pc:picChg>
      </pc:sldChg>
      <pc:sldChg chg="addSp mod">
        <pc:chgData name="Bheemavarapu Sandeep" userId="e726bd07d3e21583" providerId="LiveId" clId="{D1F704B6-C50A-4B02-97E1-02B0B3D270F9}" dt="2026-10-15T16:17:50.385" v="22" actId="22"/>
        <pc:sldMkLst>
          <pc:docMk/>
          <pc:sldMk cId="0" sldId="259"/>
        </pc:sldMkLst>
        <pc:picChg chg="add">
          <ac:chgData name="Bheemavarapu Sandeep" userId="e726bd07d3e21583" providerId="LiveId" clId="{D1F704B6-C50A-4B02-97E1-02B0B3D270F9}" dt="2026-10-15T16:17:50.385" v="22" actId="22"/>
          <ac:picMkLst>
            <pc:docMk/>
            <pc:sldMk cId="0" sldId="259"/>
            <ac:picMk id="20" creationId="{61E7FE36-2527-7110-BD2B-A8BA5241B3FE}"/>
          </ac:picMkLst>
        </pc:picChg>
      </pc:sldChg>
      <pc:sldChg chg="addSp mod">
        <pc:chgData name="Bheemavarapu Sandeep" userId="e726bd07d3e21583" providerId="LiveId" clId="{D1F704B6-C50A-4B02-97E1-02B0B3D270F9}" dt="2026-10-15T16:17:53.080" v="23" actId="22"/>
        <pc:sldMkLst>
          <pc:docMk/>
          <pc:sldMk cId="0" sldId="260"/>
        </pc:sldMkLst>
        <pc:picChg chg="add">
          <ac:chgData name="Bheemavarapu Sandeep" userId="e726bd07d3e21583" providerId="LiveId" clId="{D1F704B6-C50A-4B02-97E1-02B0B3D270F9}" dt="2026-10-15T16:17:53.080" v="23" actId="22"/>
          <ac:picMkLst>
            <pc:docMk/>
            <pc:sldMk cId="0" sldId="260"/>
            <ac:picMk id="22" creationId="{A7C884A0-4829-FE27-9CC0-5F03E89BDF20}"/>
          </ac:picMkLst>
        </pc:picChg>
      </pc:sldChg>
      <pc:sldChg chg="addSp mod">
        <pc:chgData name="Bheemavarapu Sandeep" userId="e726bd07d3e21583" providerId="LiveId" clId="{D1F704B6-C50A-4B02-97E1-02B0B3D270F9}" dt="2026-10-15T16:17:55.151" v="24" actId="22"/>
        <pc:sldMkLst>
          <pc:docMk/>
          <pc:sldMk cId="0" sldId="261"/>
        </pc:sldMkLst>
        <pc:picChg chg="add">
          <ac:chgData name="Bheemavarapu Sandeep" userId="e726bd07d3e21583" providerId="LiveId" clId="{D1F704B6-C50A-4B02-97E1-02B0B3D270F9}" dt="2026-10-15T16:17:55.151" v="24" actId="22"/>
          <ac:picMkLst>
            <pc:docMk/>
            <pc:sldMk cId="0" sldId="261"/>
            <ac:picMk id="20" creationId="{B5C362A8-B266-2B09-284B-E0F76D952CA6}"/>
          </ac:picMkLst>
        </pc:picChg>
      </pc:sldChg>
      <pc:sldChg chg="addSp mod">
        <pc:chgData name="Bheemavarapu Sandeep" userId="e726bd07d3e21583" providerId="LiveId" clId="{D1F704B6-C50A-4B02-97E1-02B0B3D270F9}" dt="2026-10-15T16:17:57.897" v="25" actId="22"/>
        <pc:sldMkLst>
          <pc:docMk/>
          <pc:sldMk cId="0" sldId="262"/>
        </pc:sldMkLst>
        <pc:picChg chg="add">
          <ac:chgData name="Bheemavarapu Sandeep" userId="e726bd07d3e21583" providerId="LiveId" clId="{D1F704B6-C50A-4B02-97E1-02B0B3D270F9}" dt="2026-10-15T16:17:57.897" v="25" actId="22"/>
          <ac:picMkLst>
            <pc:docMk/>
            <pc:sldMk cId="0" sldId="262"/>
            <ac:picMk id="20" creationId="{96C38CE7-8FF0-274C-CD87-93C2121557D5}"/>
          </ac:picMkLst>
        </pc:picChg>
      </pc:sldChg>
      <pc:sldChg chg="addSp mod">
        <pc:chgData name="Bheemavarapu Sandeep" userId="e726bd07d3e21583" providerId="LiveId" clId="{D1F704B6-C50A-4B02-97E1-02B0B3D270F9}" dt="2026-10-15T16:18:00.669" v="26" actId="22"/>
        <pc:sldMkLst>
          <pc:docMk/>
          <pc:sldMk cId="0" sldId="263"/>
        </pc:sldMkLst>
        <pc:picChg chg="add">
          <ac:chgData name="Bheemavarapu Sandeep" userId="e726bd07d3e21583" providerId="LiveId" clId="{D1F704B6-C50A-4B02-97E1-02B0B3D270F9}" dt="2026-10-15T16:18:00.669" v="26" actId="22"/>
          <ac:picMkLst>
            <pc:docMk/>
            <pc:sldMk cId="0" sldId="263"/>
            <ac:picMk id="20" creationId="{7108A5D7-2E46-677E-5DE9-471976F1E753}"/>
          </ac:picMkLst>
        </pc:picChg>
      </pc:sldChg>
      <pc:sldChg chg="addSp mod">
        <pc:chgData name="Bheemavarapu Sandeep" userId="e726bd07d3e21583" providerId="LiveId" clId="{D1F704B6-C50A-4B02-97E1-02B0B3D270F9}" dt="2026-10-15T16:18:03.619" v="27" actId="22"/>
        <pc:sldMkLst>
          <pc:docMk/>
          <pc:sldMk cId="0" sldId="264"/>
        </pc:sldMkLst>
        <pc:picChg chg="add">
          <ac:chgData name="Bheemavarapu Sandeep" userId="e726bd07d3e21583" providerId="LiveId" clId="{D1F704B6-C50A-4B02-97E1-02B0B3D270F9}" dt="2026-10-15T16:18:03.619" v="27" actId="22"/>
          <ac:picMkLst>
            <pc:docMk/>
            <pc:sldMk cId="0" sldId="264"/>
            <ac:picMk id="23" creationId="{17A618D6-315A-23E8-25FC-820803AC1701}"/>
          </ac:picMkLst>
        </pc:picChg>
      </pc:sldChg>
      <pc:sldChg chg="addSp mod">
        <pc:chgData name="Bheemavarapu Sandeep" userId="e726bd07d3e21583" providerId="LiveId" clId="{D1F704B6-C50A-4B02-97E1-02B0B3D270F9}" dt="2026-10-15T16:18:06.354" v="28" actId="22"/>
        <pc:sldMkLst>
          <pc:docMk/>
          <pc:sldMk cId="0" sldId="265"/>
        </pc:sldMkLst>
        <pc:picChg chg="add">
          <ac:chgData name="Bheemavarapu Sandeep" userId="e726bd07d3e21583" providerId="LiveId" clId="{D1F704B6-C50A-4B02-97E1-02B0B3D270F9}" dt="2026-10-15T16:18:06.354" v="28" actId="22"/>
          <ac:picMkLst>
            <pc:docMk/>
            <pc:sldMk cId="0" sldId="265"/>
            <ac:picMk id="26" creationId="{EE485938-5518-9763-97EC-CA11C89AB817}"/>
          </ac:picMkLst>
        </pc:picChg>
      </pc:sldChg>
      <pc:sldChg chg="addSp mod">
        <pc:chgData name="Bheemavarapu Sandeep" userId="e726bd07d3e21583" providerId="LiveId" clId="{D1F704B6-C50A-4B02-97E1-02B0B3D270F9}" dt="2026-10-15T16:18:09.317" v="29" actId="22"/>
        <pc:sldMkLst>
          <pc:docMk/>
          <pc:sldMk cId="0" sldId="266"/>
        </pc:sldMkLst>
        <pc:picChg chg="add">
          <ac:chgData name="Bheemavarapu Sandeep" userId="e726bd07d3e21583" providerId="LiveId" clId="{D1F704B6-C50A-4B02-97E1-02B0B3D270F9}" dt="2026-10-15T16:18:09.317" v="29" actId="22"/>
          <ac:picMkLst>
            <pc:docMk/>
            <pc:sldMk cId="0" sldId="266"/>
            <ac:picMk id="10" creationId="{220DD277-C4BE-5EB3-2443-4EA5963AF444}"/>
          </ac:picMkLst>
        </pc:picChg>
      </pc:sldChg>
      <pc:sldChg chg="addSp delSp modSp add mod ord">
        <pc:chgData name="Bheemavarapu Sandeep" userId="e726bd07d3e21583" providerId="LiveId" clId="{D1F704B6-C50A-4B02-97E1-02B0B3D270F9}" dt="2026-10-15T16:21:06.513" v="105"/>
        <pc:sldMkLst>
          <pc:docMk/>
          <pc:sldMk cId="4241127626" sldId="267"/>
        </pc:sldMkLst>
        <pc:spChg chg="mod">
          <ac:chgData name="Bheemavarapu Sandeep" userId="e726bd07d3e21583" providerId="LiveId" clId="{D1F704B6-C50A-4B02-97E1-02B0B3D270F9}" dt="2026-10-15T16:21:05.738" v="103" actId="113"/>
          <ac:spMkLst>
            <pc:docMk/>
            <pc:sldMk cId="4241127626" sldId="267"/>
            <ac:spMk id="2" creationId="{B38B746D-0CBA-68BF-0F06-B3EF883B4DD0}"/>
          </ac:spMkLst>
        </pc:spChg>
        <pc:spChg chg="del">
          <ac:chgData name="Bheemavarapu Sandeep" userId="e726bd07d3e21583" providerId="LiveId" clId="{D1F704B6-C50A-4B02-97E1-02B0B3D270F9}" dt="2026-10-15T16:18:39.864" v="52" actId="21"/>
          <ac:spMkLst>
            <pc:docMk/>
            <pc:sldMk cId="4241127626" sldId="267"/>
            <ac:spMk id="3" creationId="{931D33C3-F163-4EFA-3D31-D96E59D32654}"/>
          </ac:spMkLst>
        </pc:spChg>
        <pc:spChg chg="del">
          <ac:chgData name="Bheemavarapu Sandeep" userId="e726bd07d3e21583" providerId="LiveId" clId="{D1F704B6-C50A-4B02-97E1-02B0B3D270F9}" dt="2026-10-15T16:18:44.673" v="54" actId="21"/>
          <ac:spMkLst>
            <pc:docMk/>
            <pc:sldMk cId="4241127626" sldId="267"/>
            <ac:spMk id="4" creationId="{23AB9079-72D9-3A21-FAC0-71288B6F7324}"/>
          </ac:spMkLst>
        </pc:spChg>
        <pc:spChg chg="del">
          <ac:chgData name="Bheemavarapu Sandeep" userId="e726bd07d3e21583" providerId="LiveId" clId="{D1F704B6-C50A-4B02-97E1-02B0B3D270F9}" dt="2026-10-15T16:18:42.162" v="53" actId="21"/>
          <ac:spMkLst>
            <pc:docMk/>
            <pc:sldMk cId="4241127626" sldId="267"/>
            <ac:spMk id="5" creationId="{C8304803-5ACB-A9D8-71DB-0FD922144FA1}"/>
          </ac:spMkLst>
        </pc:spChg>
        <pc:spChg chg="del">
          <ac:chgData name="Bheemavarapu Sandeep" userId="e726bd07d3e21583" providerId="LiveId" clId="{D1F704B6-C50A-4B02-97E1-02B0B3D270F9}" dt="2026-10-15T16:19:00.948" v="57" actId="21"/>
          <ac:spMkLst>
            <pc:docMk/>
            <pc:sldMk cId="4241127626" sldId="267"/>
            <ac:spMk id="7" creationId="{6650CE6D-7DA0-D158-2C9B-772C45A31B83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8" creationId="{E849651C-9E22-911A-1620-5EDB43681154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9" creationId="{02491AE0-5168-8EEE-6132-DB4FA0B6E544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10" creationId="{DC496F2B-BF3B-6A4F-31F6-1EDDD6BA43A7}"/>
          </ac:spMkLst>
        </pc:spChg>
        <pc:spChg chg="del">
          <ac:chgData name="Bheemavarapu Sandeep" userId="e726bd07d3e21583" providerId="LiveId" clId="{D1F704B6-C50A-4B02-97E1-02B0B3D270F9}" dt="2026-10-15T16:19:00.948" v="57" actId="21"/>
          <ac:spMkLst>
            <pc:docMk/>
            <pc:sldMk cId="4241127626" sldId="267"/>
            <ac:spMk id="11" creationId="{1190E488-2DA1-7A30-C4FF-98E7AC14D3DD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13" creationId="{C22F8EB5-25DE-D495-5822-F7AC1F97EB76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14" creationId="{0C3EEBB1-7DE2-BB0A-5DBA-C53AB3867C15}"/>
          </ac:spMkLst>
        </pc:spChg>
        <pc:spChg chg="del">
          <ac:chgData name="Bheemavarapu Sandeep" userId="e726bd07d3e21583" providerId="LiveId" clId="{D1F704B6-C50A-4B02-97E1-02B0B3D270F9}" dt="2026-10-15T16:19:00.948" v="57" actId="21"/>
          <ac:spMkLst>
            <pc:docMk/>
            <pc:sldMk cId="4241127626" sldId="267"/>
            <ac:spMk id="15" creationId="{6E80FF69-715D-0E5F-D086-ADE6AC8E2936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17" creationId="{9F51DEEF-DE02-A848-C8A7-03376F7E6AEE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18" creationId="{2F4D0949-85A5-80CF-E42E-E87FEA1595C5}"/>
          </ac:spMkLst>
        </pc:spChg>
        <pc:spChg chg="del">
          <ac:chgData name="Bheemavarapu Sandeep" userId="e726bd07d3e21583" providerId="LiveId" clId="{D1F704B6-C50A-4B02-97E1-02B0B3D270F9}" dt="2026-10-15T16:19:00.948" v="57" actId="21"/>
          <ac:spMkLst>
            <pc:docMk/>
            <pc:sldMk cId="4241127626" sldId="267"/>
            <ac:spMk id="19" creationId="{A2C707E3-859D-58DE-02B1-EF9FA37D16EA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20" creationId="{0A7C082D-3D09-F54E-B256-CDF67034634C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21" creationId="{7891B104-8B07-E037-D4B0-B1B1F8B69FEA}"/>
          </ac:spMkLst>
        </pc:spChg>
        <pc:spChg chg="del">
          <ac:chgData name="Bheemavarapu Sandeep" userId="e726bd07d3e21583" providerId="LiveId" clId="{D1F704B6-C50A-4B02-97E1-02B0B3D270F9}" dt="2026-10-15T16:18:49.685" v="55" actId="21"/>
          <ac:spMkLst>
            <pc:docMk/>
            <pc:sldMk cId="4241127626" sldId="267"/>
            <ac:spMk id="22" creationId="{49E0AAD9-60A2-5AFF-E49B-A901BB34FA39}"/>
          </ac:spMkLst>
        </pc:spChg>
        <pc:spChg chg="add del mod">
          <ac:chgData name="Bheemavarapu Sandeep" userId="e726bd07d3e21583" providerId="LiveId" clId="{D1F704B6-C50A-4B02-97E1-02B0B3D270F9}" dt="2026-10-15T16:21:06.513" v="105"/>
          <ac:spMkLst>
            <pc:docMk/>
            <pc:sldMk cId="4241127626" sldId="267"/>
            <ac:spMk id="24" creationId="{58D4D661-C23C-CF60-A910-7586A0871C6D}"/>
          </ac:spMkLst>
        </pc:spChg>
        <pc:graphicFrameChg chg="del">
          <ac:chgData name="Bheemavarapu Sandeep" userId="e726bd07d3e21583" providerId="LiveId" clId="{D1F704B6-C50A-4B02-97E1-02B0B3D270F9}" dt="2026-10-15T16:18:56.713" v="56" actId="21"/>
          <ac:graphicFrameMkLst>
            <pc:docMk/>
            <pc:sldMk cId="4241127626" sldId="267"/>
            <ac:graphicFrameMk id="23" creationId="{26DE7E64-A8D2-D956-FCA4-B6614192426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892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2504-AAC8-DD18-E49E-9A2FFC6E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E0431-522B-B797-F95A-2CF9DCFF0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88E96-74D4-784E-8C9C-7ECEE0160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4150C-B157-851F-C4A0-9BE0897B9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0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80160"/>
            <a:ext cx="566928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0B3C49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</a:rPr>
              <a:t>Monthly Expense &amp; Budget Analyzer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0B3C49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</a:rPr>
              <a:t>Monthly Expense &amp; Budget Analyzer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26719" y="96616"/>
            <a:ext cx="580120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Monthly Expense &amp; Budget Analyzer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37960" y="1503153"/>
            <a:ext cx="51206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title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3823"/>
            <a:ext cx="4846320" cy="302666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7F8657-B469-DA60-A1AE-F2376AE73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103050"/>
              </p:ext>
            </p:extLst>
          </p:nvPr>
        </p:nvGraphicFramePr>
        <p:xfrm>
          <a:off x="138023" y="4279820"/>
          <a:ext cx="60899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>
                  <a:extLst>
                    <a:ext uri="{9D8B030D-6E8A-4147-A177-3AD203B41FA5}">
                      <a16:colId xmlns:a16="http://schemas.microsoft.com/office/drawing/2014/main" val="994890938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3078633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2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Sandeep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2620090082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136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Sai Dhruva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2620080118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Bhargav Sri Datta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2620090060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1601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D8C9460-5E92-F7AE-5035-0010C20477D8}"/>
              </a:ext>
            </a:extLst>
          </p:cNvPr>
          <p:cNvSpPr txBox="1"/>
          <p:nvPr/>
        </p:nvSpPr>
        <p:spPr>
          <a:xfrm>
            <a:off x="443398" y="5908706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Under Guidance:</a:t>
            </a:r>
          </a:p>
          <a:p>
            <a:r>
              <a:rPr lang="en-IN" sz="1800" dirty="0">
                <a:solidFill>
                  <a:schemeClr val="bg1"/>
                </a:solidFill>
              </a:rPr>
              <a:t>G. Mamatha</a:t>
            </a:r>
          </a:p>
        </p:txBody>
      </p:sp>
      <p:pic>
        <p:nvPicPr>
          <p:cNvPr id="13" name="Picture 12" descr="Best Private University in Telangana &amp; Andhra Pradesh | KLH Hyderabad">
            <a:extLst>
              <a:ext uri="{FF2B5EF4-FFF2-40B4-BE49-F238E27FC236}">
                <a16:creationId xmlns:a16="http://schemas.microsoft.com/office/drawing/2014/main" id="{C0A3285F-2887-6B79-B462-E6EC6389A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26471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6217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2303A"/>
                </a:solidFill>
              </a:rPr>
              <a:t>The Monthly Expense &amp; Budget Analyzer is a Java application that lets a user record monthly income, set a spending budget, log categorised expenses and instantly see whether they are within budget.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2303A"/>
                </a:solidFill>
              </a:rPr>
              <a:t>It is delivered in two modes: a Scanner-based console program, and a web dashboard served by a lightweight built-in Java HTTP server with a REST API and an HTML, CSS and JavaScript front end.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2303A"/>
                </a:solidFill>
              </a:rPr>
              <a:t>The whole system uses only the Java standard library and brings together all six course outcomes in one working product.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26680" y="14630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0" y="1554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E7C86"/>
                </a:solidFill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098280" y="1554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03A"/>
                </a:solidFill>
              </a:rPr>
              <a:t>modes: console app and web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2668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55280" y="31089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E7C86"/>
                </a:solidFill>
              </a:rPr>
              <a:t>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3108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03A"/>
                </a:solidFill>
              </a:rPr>
              <a:t>expense categories tracked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45720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55280" y="46634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E7C86"/>
                </a:solidFill>
              </a:rPr>
              <a:t>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03A"/>
                </a:solidFill>
              </a:rPr>
              <a:t>external libraries, Java SE 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5" name="Picture 14" descr="Best Private University in Telangana &amp; Andhra Pradesh | KLH Hyderabad">
            <a:extLst>
              <a:ext uri="{FF2B5EF4-FFF2-40B4-BE49-F238E27FC236}">
                <a16:creationId xmlns:a16="http://schemas.microsoft.com/office/drawing/2014/main" id="{B7E0C997-E01E-5D67-A098-DC97ADC0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Java Basics &amp; Control 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MonthlyExpenseAnalyzer.java (console mode)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Variables and primitive types (double, int, String) hold income, budget and expense count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Arithmetic operators compute total expenses and the remaining balance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Relational operators with an if / else-if / else ladder decide the budget status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Scanner reads user input; printf formats output in ₹ with two decimals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Data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54864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5960" y="5486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Operators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54864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54864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if-else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54864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54864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Scanner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MonthlyExpenseAnalyzer.java (excerpt)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remainingBalance = monthlyIncome - totalExpenses;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budgetStatus;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(totalExpenses &lt; monthlyBudget)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budgetStatus = "You are within your budget.";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(totalExpenses == monthlyBudget)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budgetStatus = "You have reached your budget limit.";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budgetStatus = "Warning! You have exceeded your budget.";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0" name="Picture 19" descr="Best Private University in Telangana &amp; Andhra Pradesh | KLH Hyderabad">
            <a:extLst>
              <a:ext uri="{FF2B5EF4-FFF2-40B4-BE49-F238E27FC236}">
                <a16:creationId xmlns:a16="http://schemas.microsoft.com/office/drawing/2014/main" id="{4B442E15-E019-EB1E-3F15-96CED5895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79540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Arrays, Loops &amp; Strings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MonthlyExpenseAnalyzer.java and Server.java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Parallel arrays categories[] and amounts[] are sized at run time from the expense count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for loops read each expense and accumulate the total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String handling: printf alignment (%-15s), concatenation, and escapeJson() built on replace()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A fixed String[] of seven categories seeds the category totals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Arrays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54864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0200" y="5486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for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54864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54864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Strings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7764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printf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MonthlyExpenseAnalyzer.java / Server.java (excerpt)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categories = new String[numberOfExpenses];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amounts = new double[numberOfExpenses];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numberOfExpenses;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categories[i] = scanner.next();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amounts[i] = scanner.nextDouble();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totalExpenses = totalExpenses + amounts[i];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allCategories = {"Food", "Travel", "Education",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"Shopping", "Entertainment", "Bills", "Other"};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0" name="Picture 19" descr="Best Private University in Telangana &amp; Andhra Pradesh | KLH Hyderabad">
            <a:extLst>
              <a:ext uri="{FF2B5EF4-FFF2-40B4-BE49-F238E27FC236}">
                <a16:creationId xmlns:a16="http://schemas.microsoft.com/office/drawing/2014/main" id="{61E7FE36-2527-7110-BD2B-A8BA5241B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Classes, Objects &amp; Encapsulation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Server.java: the Expense class and shared state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The Expense class models one record: id, title, category, amount and date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A parameterised constructor builds each object; every expense is an object kept in a list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Private static fields hold shared state (income and budget)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Nested classes group related code: Expense and six handler classes live inside Server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54864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5486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Constructor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548640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54864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this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static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Server.java (excerpt)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double monthlyIncome = 50000.0;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double monthlyBudget = 30000.0;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class Expense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id;  String title;  String category;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amount;  String date;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Expense(int id, String title, String 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double amount, String date)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this.id = id;  this.title = title;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this.category = category;  this.amount = amount;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this.date = date;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2" name="Picture 21" descr="Best Private University in Telangana &amp; Andhra Pradesh | KLH Hyderabad">
            <a:extLst>
              <a:ext uri="{FF2B5EF4-FFF2-40B4-BE49-F238E27FC236}">
                <a16:creationId xmlns:a16="http://schemas.microsoft.com/office/drawing/2014/main" id="{A7C884A0-4829-FE27-9CC0-5F03E89BD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Interfaces &amp; Polymorphism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Server.java: HttpHandler implementations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Six classes implement the HttpHandler interface, each with its own handle() method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@Override gives runtime polymorphism: the server calls handle() on whichever object matches the URL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Programming to an interface keeps routing separate from request logic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Shared helpers (sendJsonResponse, addCorsHeaders) avoid repeated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Interface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implements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54864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5486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@Override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94360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943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Polymorphism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Server.java (excerpt)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server.createContext("/api/data", new DataHandler());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server.createContext("/api/budget", new BudgetHandler());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server.createContext("/", new StaticFileHandler());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class BudgetHandler implements HttpHandler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handle(HttpExchange exchange)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throws IOException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addCorsHeaders(exchange);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0" name="Picture 19" descr="Best Private University in Telangana &amp; Andhra Pradesh | KLH Hyderabad">
            <a:extLst>
              <a:ext uri="{FF2B5EF4-FFF2-40B4-BE49-F238E27FC236}">
                <a16:creationId xmlns:a16="http://schemas.microsoft.com/office/drawing/2014/main" id="{B5C362A8-B266-2B09-284B-E0F76D952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Exceptions &amp; Thread Safety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Server.java: request handlers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try / catch on NumberFormatException turns bad numeric input into a clean 400 response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Validation rejects non-positive amounts before any data changes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throws IOException is declared on handlers and I/O helpers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synchronized blocks and AtomicInteger keep the shared list and IDs safe across threads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try-catch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throws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548640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5486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synchronized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9436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943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AtomicInteger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Server.java (excerpt)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amount = Double.parseDouble(amountStr);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(amount &lt;= 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sendJsonResponse(exchange, 400, "{\"success\":false, ...}");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synchronized (expenses)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newExpense = new Expense(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idGenerator.getAndIncrement(),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title, category, amount, date);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expenses.add(0, newExpense);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(NumberFormatException ignored) {}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0" name="Picture 19" descr="Best Private University in Telangana &amp; Andhra Pradesh | KLH Hyderabad">
            <a:extLst>
              <a:ext uri="{FF2B5EF4-FFF2-40B4-BE49-F238E27FC236}">
                <a16:creationId xmlns:a16="http://schemas.microsoft.com/office/drawing/2014/main" id="{96C38CE7-8FF0-274C-CD87-93C212155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65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Collections, File I/O &amp; Networking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Server.java: data store, static files and HTTP server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Generic collections: List&lt;Expense&gt; store, LinkedHashMap&lt;String, Double&gt; category totals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A lambda with removeIf() deletes an expense by id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File I/O: Files.readAllBytes serves the HTML, CSS and JS from /public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</a:rPr>
              <a:t>Networking: HttpServer on port 8080 exposes a REST API with JSON responses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Generics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Lambda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54864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5486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File I/O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63"/>
                </a:solidFill>
              </a:rPr>
              <a:t>HttpServer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Server.java (excerpt)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List&lt;Expense&gt; expenses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ArrayList&lt;&gt;();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Double&gt; categoryMap = new LinkedHashMap&lt;&gt;();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expenses.removeIf(e -&gt; e.id == id);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bytes = Files.readAllBytes(file.toPath());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HttpServer server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HttpServer.create(new InetSocketAddress(PORT),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server.start();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0" name="Picture 19" descr="Best Private University in Telangana &amp; Andhra Pradesh | KLH Hyderabad">
            <a:extLst>
              <a:ext uri="{FF2B5EF4-FFF2-40B4-BE49-F238E27FC236}">
                <a16:creationId xmlns:a16="http://schemas.microsoft.com/office/drawing/2014/main" id="{7108A5D7-2E46-677E-5DE9-471976F1E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Final Integrated Project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</a:rPr>
              <a:t>Web Dashboard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HTML · CSS · JavaScript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Forms, tables, charts and live budget banner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26280" y="14630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Java Server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Server.java on port 8080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6 handlers · REST API · 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CO3 · CO4 · CO5 · CO6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14630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</a:rPr>
              <a:t>In-memory Store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2057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List&lt;Expense&gt;, income, budget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Category totals computed per request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CO3 · CO6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30752" y="2148840"/>
            <a:ext cx="722376" cy="365760"/>
          </a:xfrm>
          <a:prstGeom prst="left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606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480"/>
                </a:solidFill>
              </a:rPr>
              <a:t>HTTP / 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08392" y="2148840"/>
            <a:ext cx="722376" cy="365760"/>
          </a:xfrm>
          <a:prstGeom prst="left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2606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480"/>
                </a:solidFill>
              </a:rPr>
              <a:t>reads / writes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57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</a:rPr>
              <a:t>Console Application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14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MonthlyExpenseAnalyzer.java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Scanner input → arrays → if-else → printf report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2303A"/>
                </a:solidFill>
              </a:rPr>
              <a:t>CO1 · CO2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352044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796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One Budget Rule, Two Modes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114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</a:rPr>
              <a:t>Expenses &lt; budget: within budget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</a:rPr>
              <a:t>Expenses = budget: limit reached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</a:rPr>
              <a:t>Expenses &gt; budget: exceeded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</a:rPr>
              <a:t>The same logic runs in the console and on the server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3" name="Picture 22" descr="Best Private University in Telangana &amp; Andhra Pradesh | KLH Hyderabad">
            <a:extLst>
              <a:ext uri="{FF2B5EF4-FFF2-40B4-BE49-F238E27FC236}">
                <a16:creationId xmlns:a16="http://schemas.microsoft.com/office/drawing/2014/main" id="{17A618D6-315A-23E8-25FC-820803AC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Features &amp; REST API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18488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36192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Set income &amp; budget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</a:rPr>
              <a:t>Adjust both from one dialog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569464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9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8716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Log expenses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</a:rPr>
              <a:t>Title, category, amount and date, validated on the server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20440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520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438144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Live budget health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</a:rPr>
              <a:t>Within, reached or exceeded, with a progress bar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471416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71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389120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Category breakdown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</a:rPr>
              <a:t>Seven categories with share of total spend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669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422392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422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34009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Filter &amp; delete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</a:rPr>
              <a:t>Filter the table by category; remove any entry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63040"/>
          <a:ext cx="5303520" cy="3520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/api/data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Totals, categories, status, list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/api/income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Update monthly income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/api/budget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Update monthly budget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/api/expense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POST / DELETE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Add or remove an expense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/api/reset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Clear all data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/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</a:rPr>
                        <a:t>Serve the dashboard files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Picture 25" descr="Best Private University in Telangana &amp; Andhra Pradesh | KLH Hyderabad">
            <a:extLst>
              <a:ext uri="{FF2B5EF4-FFF2-40B4-BE49-F238E27FC236}">
                <a16:creationId xmlns:a16="http://schemas.microsoft.com/office/drawing/2014/main" id="{EE485938-5518-9763-97EC-CA11C89AB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C49"/>
                </a:solidFill>
              </a:rPr>
              <a:t>Execution &amp; Output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126480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out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943600" cy="4498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</a:rPr>
              <a:t>Web mode: java Server → http://localhost:8080 (sample data)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903720" y="1325880"/>
            <a:ext cx="4754880" cy="4681728"/>
          </a:xfrm>
          <a:prstGeom prst="roundRect">
            <a:avLst>
              <a:gd name="adj" fmla="val 234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32320" y="14447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Console mode: java MonthlyExpenseAnalyzer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783080"/>
            <a:ext cx="4343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MONTHLY EXPENSE &amp; BUDGET ANALYZER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Monthly Income (₹): 50000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Monthly Budget (₹): 30000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expenses would you like to enter?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[Expense #1]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Category: Food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Amount Spent (₹): 4500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5 more expenses entered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SUMMARY 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Income   : ₹50,000.00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Budget   : ₹30,000.00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Expenses   : ₹19,700.00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Balance: ₹30,300.00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Status    : You are within your budget.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Expense Itemization 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Food            : ₹4,500.00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Travel          : ₹2,800.00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Education       : ₹3,200.00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Bills           : ₹4,100.00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Entertainment   : ₹1,600.00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Shopping        : ₹3,500.00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0" name="Picture 9" descr="Best Private University in Telangana &amp; Andhra Pradesh | KLH Hyderabad">
            <a:extLst>
              <a:ext uri="{FF2B5EF4-FFF2-40B4-BE49-F238E27FC236}">
                <a16:creationId xmlns:a16="http://schemas.microsoft.com/office/drawing/2014/main" id="{220DD277-C4BE-5EB3-2443-4EA5963AF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B12A8-9D07-FA70-BB4D-2BBA449F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B746D-0CBA-68BF-0F06-B3EF883B4DD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34340" y="801493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3AAE469-A24F-C85B-37C6-EB0D603C4B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4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Picture 25" descr="Best Private University in Telangana &amp; Andhra Pradesh | KLH Hyderabad">
            <a:extLst>
              <a:ext uri="{FF2B5EF4-FFF2-40B4-BE49-F238E27FC236}">
                <a16:creationId xmlns:a16="http://schemas.microsoft.com/office/drawing/2014/main" id="{7B4D6CA7-673E-FD95-CF78-7E232287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9769"/>
            <a:ext cx="1682185" cy="125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27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1491</Words>
  <Application>Microsoft Office PowerPoint</Application>
  <PresentationFormat>Widescreen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Monthly Expense &amp; Budget Analyzer</vt:lpstr>
      <vt:lpstr>Abstract</vt:lpstr>
      <vt:lpstr>Java Basics &amp; Control Flow</vt:lpstr>
      <vt:lpstr>Arrays, Loops &amp; Strings</vt:lpstr>
      <vt:lpstr>Classes, Objects &amp; Encapsulation</vt:lpstr>
      <vt:lpstr>Interfaces &amp; Polymorphism</vt:lpstr>
      <vt:lpstr>Exceptions &amp; Thread Safety</vt:lpstr>
      <vt:lpstr>Collections, File I/O &amp; Networking</vt:lpstr>
      <vt:lpstr>Final Integrated Project</vt:lpstr>
      <vt:lpstr>Features &amp; REST API</vt:lpstr>
      <vt:lpstr>Execution &amp; Output</vt:lpstr>
      <vt:lpstr>GitHub Repository: GitHub link: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Expense &amp; Budget Analyzer</dc:title>
  <dc:subject>PptxGenJS Presentation</dc:subject>
  <dc:creator>PptxGenJS</dc:creator>
  <cp:lastModifiedBy>Bheemavarapu Sandeep</cp:lastModifiedBy>
  <cp:revision>1</cp:revision>
  <dcterms:created xsi:type="dcterms:W3CDTF">2026-10-15T16:10:48Z</dcterms:created>
  <dcterms:modified xsi:type="dcterms:W3CDTF">2026-10-15T16:21:09Z</dcterms:modified>
</cp:coreProperties>
</file>